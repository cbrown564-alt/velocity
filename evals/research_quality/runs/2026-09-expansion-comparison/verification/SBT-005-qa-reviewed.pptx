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percentage_points</c:v>
                </c:pt>
              </c:strCache>
            </c:strRef>
          </c:tx>
          <c:spPr>
            <a:solidFill>
              <a:srgbClr val="6F968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Control change</c:v>
                </c:pt>
                <c:pt idx="1">
                  <c:v>Assigned change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14.334257928494786</c:v>
                </c:pt>
                <c:pt idx="1">
                  <c:v>27.926231725164445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spPr>
            <a:solidFill>
              <a:srgbClr val="6F968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Assigned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75.9794206107138</c:v>
                </c:pt>
                <c:pt idx="1">
                  <c:v>72.37663639380693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  <c:max val="100"/>
        </c:scaling>
        <c:delete val="0"/>
        <c:axPos val="b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spPr>
            <a:solidFill>
              <a:srgbClr val="6F968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Assigned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24.544742105043373</c:v>
                </c:pt>
                <c:pt idx="1">
                  <c:v>70.15822766902461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  <c:max val="100"/>
        </c:scaling>
        <c:delete val="0"/>
        <c:axPos val="b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6F968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children under 18</c:v>
                </c:pt>
                <c:pt idx="1">
                  <c:v>Children under 18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2.990612618475094</c:v>
                </c:pt>
                <c:pt idx="1">
                  <c:v>3.627203484000055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percentage_points</c:v>
                </c:pt>
              </c:strCache>
            </c:strRef>
          </c:tx>
          <c:spPr>
            <a:solidFill>
              <a:srgbClr val="6F968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Control change</c:v>
                </c:pt>
                <c:pt idx="1">
                  <c:v>Assigned change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14.334257928494786</c:v>
                </c:pt>
                <c:pt idx="1">
                  <c:v>27.926231725164445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"study_id": "SBT-005",
  "source_sha256": "5cc0283b7175366381162dea853bb107f72daee2ccbf7f24523c73b65b2af83c",
  "analysis_sha256": "180a9870768a4bfe9cc1817408bb60ec0e8a014da780fbaa0e32f39efa2eea36",
  "approved_at": "2026-09-22T06:32:29.699Z",
  "universe": "Endpoint-specific valid pairs; assigned grouping retained; observed pairs only",
  "review_record": {
    "findings": {
      "F1": {
        "decision": "accept",
        "text": "Assignment supports an awareness benefit among observed pairs: awareness rose 27.93 percentage points in the assigned arm versus 14.33 in control, an additional 13.59 points (95% CI 9.52–17.66; Holm p=1.81e-10). [software QA edit]",
        "reason": "Software QA: verify original wording survives a revision. No human assessment.",
        "importance": "primary"
      },
      "F2": {
        "decision": "accept",
        "text": "The study does not establish incremental consideration or reported use. Consideration rose 8.356 points assigned versus 8.364 control: contrast −0.008 points (95% CI −3.44 to 3.42; Holm p=.996). Usage rose 2.61 versus 3.59 points: contrast −0.98 (−2.70 to 0.74; Holm p=.528).",
        "reason": "",
        "importance": "primary"
      },
      "F3": {
        "decision": "accept",
        "text": "Attrition materially limits interpretation: 1019 assigned and 1070 control households returned, with weighted return rates of 72.38% and 75.98%. Returners had higher baseline consideration (30.13% versus 21.99%), higher digital confidence (46.34% versus 36.56%), and lower high budget pressure (33.68% versus 49.20%) than nonreturners.",
        "reason": "",
        "importance": "primary"
      },
      "F4": {
        "decision": "accept",
        "text": "Large recipient and recaller consideration gaps should not be sold as campaign lift. Logged recipients led nonrecipients by 19.12 points at follow-up, but already led by 19.15 at baseline. Recallers led by 37.24 points at follow-up and 32.35 at baseline.",
        "reason": "",
        "importance": "primary"
      },
      "F5": {
        "decision": "accept",
        "text": "Assignment changed the observed delivery environment without creating clean exposed and unexposed groups: logged receipt was 70.16% assigned versus 24.54% control; recall was 48.61% versus 32.97%. Among returned valid-recall respondents, 65.82% of logged recipients recalled the campaign, while 15.73% without a logged receipt also recalled it.",
        "reason": "",
        "importance": "secondary"
      },
      "F6": {
        "decision": "accept",
        "text": "Households with children have a stronger observed need, but superior campaign responsiveness is unestablished. Very/extremely stressful meal planning was reported by 56.48% with children versus 36.56% without. Children-household assignment contrasts were +10.15 points awareness, +2.95 consideration and +0.91 usage; none of the children-versus-no-children interactions survived Holm adjustment.",
        "reason": "",
        "importance": "secondary"
      },
      "F7": {
        "decision": "accept",
        "text": "Selected recallers generally rated the message positively: agreement was 76.74% for clarity, 75.90% for believability and 70.52% for relevance. Relevance is a reasonable creative-test hypothesis, but its numerical ranking does not prove it is weaker or that improving it would increase usage.",
        "reason": "",
        "importance": "secondary"
      },
      "F8": {
        "decision": "accept",
        "text": "The evidence supports a further controlled test with an explicit awareness objective and a separately powered downstream question; it does not yet support a sales, ROI or superior-targeting claim. Improve follow-up retention, prespecify a meaningful consideration/use threshold, and retain households with children as a planned audience rather than declaring them campaign winners.",
        "reason": "",
        "importance": "primary"
      }
    },
    "beats": {
      "1": {
        "include": true,
        "title": "Lead with the decision: awareness improved beyond control; downstream benefit remains unestablished.",
        "order": 1
      },
      "2": {
        "include": true,
        "title": "Define who the result describes before extending it.",
        "order": 2
      },
      "3": {
        "include": true,
        "title": "Separate delivery, memory and pre-existing affinity from assignment effects.",
        "order": 3
      },
      "4": {
        "include": true,
        "title": "Use audience needs and message ratings to formulate the next hypotheses.",
        "order": 4
      },
      "5": {
        "include": true,
        "title": "Recommend a focused follow-up experiment with better outcome recovery.",
        "order": 5
      }
    },
    "missed": "",
    "minutes": "",
    "notes": "SOFTWARE QA ONLY. Acceptance here tests export mechanics and is not substantive researcher approval.",
    "approved": true,
    "started_at": "2026-09-22T06:32:29.526Z",
    "approved_at": "2026-09-22T06:32:29.699Z"
  },
  "preparation_review": {
    "baseline": "SOFTWARE QA ONLY: check the preparation/review/export loop. This is not an independent researcher assessment.",
    "prepared": true,
    "revisedEvidence": null,
    "revision": 0
  },
  "qualifications": "Assigned/control paired N=960/1016, weighted N=965.21/999.79, ESS=834.41/876.62; eligible N=1400 per arm. Selection into follow-up prevents automatic interpretation as a full-cohort or target-population effect. Assigned/control consideration pairs: N=966/1015, weighted N=973.61/1000.17, ESS=839.32/877.62; usage pairs: N=969/1007, weighted N=973.30/993.81, ESS=842.04/868.83. Each arm began with 1400 eligible households. Control growth cannot be assigned to a particular secular mechanism.",
  "chart_table": "tables.ITT_awareness",
  "original_beat": {
    "order": 1,
    "finding_refs": [
      "F1",
      "F2"
    ],
    "headline_intent": "Lead with the decision: awareness improved beyond control; downstream benefit remains unestablished.",
    "analytical_relationship": "Compare assigned and control changes separately for each endpoint, with intervals and primary-family adjustment.",
    "original_order": 1,
    "original_headline_intent": "Lead with the decision: awareness improved beyond control; downstream benefit remains unestablished."
  },
  "findings": [
    {
      "model_finding_id": "F1",
      "proposition": "Assignment supports an awareness benefit among observed pairs: awareness rose 27.93 percentage points in the assigned arm versus 14.33 in control, an additional 13.59 points (95% CI 9.52–17.66; Holm p=1.81e-10). [software QA edit]",
      "evidence_refs": [
        "analysis_results.json#/tables/ITT_awareness"
      ],
      "importance": "primary",
      "claim_strength": "Supported within the prespecified primary family and observed-pair estimand.",
      "qualification": "Assigned/control paired N=960/1016, weighted N=965.21/999.79, ESS=834.41/876.62; eligible N=1400 per arm. Selection into follow-up prevents automatic interpretation as a full-cohort or target-population effect.",
      "topic_cluster": "campaign_outcomes",
      "original_proposition": "Assignment supports an awareness benefit among observed pairs: awareness rose 27.93 percentage points in the assigned arm versus 14.33 in control, an additional 13.59 points (95% CI 9.52–17.66; Holm p=1.81e-10).",
      "original_importance": "primary",
      "review": {
        "decision": "accept",
        "text": "Assignment supports an awareness benefit among observed pairs: awareness rose 27.93 percentage points in the assigned arm versus 14.33 in control, an additional 13.59 points (95% CI 9.52–17.66; Holm p=1.81e-10). [software QA edit]",
        "reason": "Software QA: verify original wording survives a revision. No human assessment.",
        "importance": "primary"
      },
      "evidence": [
        {
          "analysis_id": "analysis_results.json#/tables/ITT_awareness",
          "values": {
            "analysis_id": "ITT_awareness",
            "title": "Assignment difference in paired awareness change",
            "source_variables": [
              "awareness_pre",
              "awareness_post",
              "assignment",
              "followup_status"
            ],
            "universe": "Endpoint-specific valid pairs; assigned grouping retained; observed pairs only",
            "weighting": "weight_base; fixed baseline profile weights, not attrition correction",
            "values": {
              "arms": {
                "0": {
                  "n_unweighted": 1016,
                  "n_weighted": 999.792714557,
                  "n_eff": 876.6181457370669,
                  "eligible_n": 1400,
                  "eligible_weighted_n": 1387.0575144395,
                  "eligible_n_eff": 1210.6116200875301,
                  "returned_n": 1070,
                  "pair_n": 1016,
                  "excluded_pair_n": 384,
                  "status": "reportable",
                  "pre_missing_counts": {
                    "97": 17,
                    "98": 5,
                    "99": 11,
                    "structural_blank": 0
                  },
                  "post_missing_counts": {
                    "97": 15,
                    "98": 8,
                    "99": 6,
                    "structural_blank": 330
                  },
                  "pre_distribution_pct": {
                    "0": 68.63139161956558,
                    "1": 31.36860838043443
                  },
                  "post_distribution_pct": {
                    "0": 54.29713369107078,
                    "1": 45.70286630892922
                  },
                  "pre_pct": 31.36860838043443,
                  "post_pct": 45.70286630892922,
                  "change_pp": 14.334257928494786,
                  "variance_change": 0.0001577176748665947
                },
                "1": {
                  "n_unweighted": 960,
                  "n_weighted": 965.2055471422999,
                  "n_eff": 834.4067153467572,
                  "eligible_n": 1400,
                  "eligible_weighted_n": 1412.9424855410998,
                  "eligible_n_eff": 1220.3001032310437,
                  "returned_n": 1019,
                  "pair_n": 960,
                  "excluded_pair_n": 440,
                  "status": "reportable",
                  "pre_missing_counts": {
                    "97": 24,
                    "98": 6,
                    "99": 10,
                    "structural_blank": 0
                  },
                  "post_missing_counts": {
                    "97": 17,
                    "98": 9,
                    "99": 6,
                    "structural_blank": 381
                  },
                  "pre_distribution_pct": {
                    "0": 69.16618879194823,
                    "1": 30.833811208051777
                  },
                  "post_distribution_pct": {
                    "0": 41.23995706678378,
                    "1": 58.76004293321622
                  },
                  "pre_pct": 30.83381120805178,
                  "post_pct": 58.76004293321622,
                  "change_pp": 27.926231725164445,
                  "variance_change": 0.00027382027780075867
                }
              },
              "status": "reportable",
              "estimate_pp": 13.59197379666966,
              "se_pp": 2.0773491585849344,
              "ci95_pp": [
                9.520444262528603,
                17.663503330810716
              ],
              "p_raw": 6.032047417436093e-11,
              "interval_scope": "Pointwise, not simultaneous; fixed-weight normal approximation",
              "p_holm": 1.8096142252308278e-10,
              "family": "PRIMARY_ASSIGNMENT",
              "family_size": 3
            },
            "chart": {
              "labels": [
                "Control change",
                "Assigned change"
              ],
              "values": [
                14.334257928494786,
                27.926231725164445
              ],
              "unit": "percentage_points",
              "bases": [
                1016,
                960
              ]
            }
          }
        }
      ]
    },
    {
      "model_finding_id": "F2",
      "proposition": "The study does not establish incremental consideration or reported use. Consideration rose 8.356 points assigned versus 8.364 control: contrast −0.008 points (95% CI −3.44 to 3.42; Holm p=.996). Usage rose 2.61 versus 3.59 points: contrast −0.98 (−2.70 to 0.74; Holm p=.528).",
      "evidence_refs": [
        "analysis_results.json#/tables/ITT_consideration",
        "analysis_results.json#/tables/ITT_usage"
      ],
      "importance": "primary",
      "claim_strength": "No statistically supported downstream assignment benefit; absence or equivalence is not established.",
      "qualification": "Assigned/control consideration pairs: N=966/1015, weighted N=973.61/1000.17, ESS=839.32/877.62; usage pairs: N=969/1007, weighted N=973.30/993.81, ESS=842.04/868.83. Each arm began with 1400 eligible households. Control growth cannot be assigned to a particular secular mechanism.",
      "topic_cluster": "campaign_outcomes",
      "original_proposition": "The study does not establish incremental consideration or reported use. Consideration rose 8.356 points assigned versus 8.364 control: contrast −0.008 points (95% CI −3.44 to 3.42; Holm p=.996). Usage rose 2.61 versus 3.59 points: contrast −0.98 (−2.70 to 0.74; Holm p=.528).",
      "original_importance": "primary",
      "review": {
        "decision": "accept",
        "text": "The study does not establish incremental consideration or reported use. Consideration rose 8.356 points assigned versus 8.364 control: contrast −0.008 points (95% CI −3.44 to 3.42; Holm p=.996). Usage rose 2.61 versus 3.59 points: contrast −0.98 (−2.70 to 0.74; Holm p=.528).",
        "reason": "",
        "importance": "primary"
      },
      "evidence": [
        {
          "analysis_id": "analysis_results.json#/tables/ITT_consideration",
          "values": {
            "analysis_id": "ITT_consideration",
            "title": "Assignment difference in paired consideration change",
            "source_variables": [
              "consideration_pre",
              "consideration_post",
              "assignment",
              "followup_status"
            ],
            "universe": "Endpoint-specific valid pairs; assigned grouping retained; observed pairs only",
            "weighting": "weight_base; fixed baseline profile weights, not attrition correction",
            "values": {
              "arms": {
                "0": {
                  "n_unweighted": 1015,
                  "n_weighted": 1000.1708218222,
                  "n_eff": 877.6155602347469,
                  "eligible_n": 1400,
                  "eligible_weighted_n": 1387.0575144395,
                  "eligible_n_eff": 1210.6116200875301,
                  "returned_n": 1070,
                  "pair_n": 1015,
                  "excluded_pair_n": 385,
                  "status": "reportable",
                  "pre_missing_counts": {
                    "97": 26,
                    "98": 9,
                    "99": 11,
                    "structural_blank": 0
                  },
                  "post_missing_counts": {
                    "97": 16,
                    "98": 3,
                    "99": 3,
                    "structural_blank": 330
                  },
                  "pre_distribution_pct": {
                    "1": 19.38795288514943,
                    "2": 21.573651448238103,
                    "3": 27.543678940593274,
                    "4": 17.983119204818593,
                    "5": 13.511597521200594
                  },
                  "post_distribution_pct": {
                    "1": 18.212017711348608,
                    "2": 18.7758725056052,
                    "3": 23.152946998814365,
                    "4": 20.893679273384056,
                    "5": 18.96548351084777
                  },
                  "pre_pct": 31.49471672601919,
                  "post_pct": 39.859162784231835,
                  "change_pp": 8.364446058212643,
                  "variance_change": 0.00015285654078612334
                },
                "1": {
                  "n_unweighted": 966,
                  "n_weighted": 973.6126249385,
                  "n_eff": 839.3247929578924,
                  "eligible_n": 1400,
                  "eligible_weighted_n": 1412.9424855410998,
                  "eligible_n_eff": 1220.3001032310437,
                  "returned_n": 1019,
                  "pair_n": 966,
                  "excluded_pair_n": 434,
                  "status": "reportable",
                  "pre_missing_counts": {
                    "97": 19,
                    "98": 7,
                    "99": 9,
                    "structural_blank": 0
                  },
                  "post_missing_counts": {
                    "97": 17,
                    "98": 6,
                    "99": 4,
                    "structural_blank": 381
                  },
                  "pre_distribution_pct": {
                    "1": 22.28063882439924,
                    "2": 22.631493005189654,
                    "3": 26.407815053275506,
                    "4": 17.163217217541256,
                    "5": 11.516835899594344
                  },
                  "post_distribution_pct": {
                    "1": 18.1586559879467,
                    "2": 20.786678284649792,
                    "3": 24.018479871948184,
                    "4": 19.92894471742869,
                    "5": 17.10724113802663
                  },
                  "pre_pct": 28.6800531171356,
                  "post_pct": 37.03618585545532,
                  "change_pp": 8.356132738319722,
                  "variance_change": 0.000153405213765594
                }
              },
              "status": "reportable",
              "estimate_pp": -0.00831331989292039,
              "se_pp": 1.7500335841112231,
              "ci95_pp": [
                -3.4383161164864653,
                3.4216894767006245
              ],
              "p_raw": 0.9962097615126849,
              "interval_scope": "Pointwise, not simultaneous; fixed-weight normal approximation",
              "p_holm": 0.9962097615126849,
              "family": "PRIMARY_ASSIGNMENT",
              "family_size": 3
            },
            "chart": {
              "labels": [
                "Control change",
                "Assigned change"
              ],
              "values": [
                8.364446058212643,
                8.356132738319722
              ],
              "unit": "percentage_points",
              "bases": [
                1015,
                966
              ]
            }
          }
        },
        {
          "analysis_id": "analysis_results.json#/tables/ITT_usage",
          "values": {
            "analysis_id": "ITT_usage",
            "title": "Assignment difference in paired usage change",
            "source_variables": [
              "usage_pre",
              "usage_post",
              "assignment",
              "followup_status"
            ],
            "universe": "Endpoint-specific valid pairs; assigned grouping retained; observed pairs only",
            "weighting": "weight_base; fixed baseline profile weights, not attrition correction",
            "values": {
              "arms": {
                "0": {
                  "n_unweighted": 1007,
                  "n_weighted": 993.8101093811999,
                  "n_eff": 868.8313921823847,
                  "eligible_n": 1400,
                  "eligible_weighted_n": 1387.0575144395,
                  "eligible_n_eff": 1210.6116200875301,
                  "returned_n": 1070,
                  "pair_n": 1007,
                  "excluded_pair_n": 393,
                  "status": "reportable",
                  "pre_missing_counts": {
                    "97": 31,
                    "98": 7,
                    "99": 5,
                    "structural_blank": 0
                  },
                  "post_missing_counts": {
                    "97": 15,
                    "98": 8,
                    "99": 4,
                    "structural_blank": 330
                  },
                  "pre_distribution_pct": {
                    "0": 94.4930904811205,
                    "1": 5.506909518879493
                  },
                  "post_distribution_pct": {
                    "0": 90.90299316151128,
                    "1": 9.09700683848872
                  },
                  "pre_pct": 5.5069095188794925,
                  "post_pct": 9.09700683848872,
                  "change_pp": 3.5900973196092285,
                  "variance_change": 0.000039026581919763585
                },
                "1": {
                  "n_unweighted": 969,
                  "n_weighted": 973.3022379396,
                  "n_eff": 842.041140310847,
                  "eligible_n": 1400,
                  "eligible_weighted_n": 1412.9424855410998,
                  "eligible_n_eff": 1220.3001032310437,
                  "returned_n": 1019,
                  "pair_n": 969,
                  "excluded_pair_n": 431,
                  "status": "reportable",
                  "pre_missing_counts": {
                    "97": 25,
                    "98": 4,
                    "99": 8,
                    "structural_blank": 0
                  },
                  "post_missing_counts": {
                    "97": 14,
                    "98": 7,
                    "99": 3,
                    "structural_blank": 381
                  },
                  "pre_distribution_pct": {
                    "0": 93.81149865590488,
                    "1": 6.188501344095116
                  },
                  "post_distribution_pct": {
                    "0": 91.20051870766223,
                    "1": 8.799481292337774
                  },
                  "pre_pct": 6.188501344095118,
                  "post_pct": 8.799481292337775,
                  "change_pp": 2.6109799482426577,
                  "variance_change": 0.00003783184316117702
                }
              },
              "status": "reportable",
              "estimate_pp": -0.9791173713665708,
              "se_pp": 0.8766893696226765,
              "ci95_pp": [
                -2.69739696145614,
                0.7391622187229985
              ],
              "p_raw": 0.2640648812076475,
              "interval_scope": "Pointwise, not simultaneous; fixed-weight normal approximation",
              "p_holm": 0.528129762415295,
              "family": "PRIMARY_ASSIGNMENT",
              "family_size": 3
            },
            "chart": {
              "labels": [
                "Control change",
                "Assigned change"
              ],
              "values": [
                3.5900973196092285,
                2.6109799482426577
              ],
              "unit": "percentage_points",
              "bases": [
                1007,
                969
              ]
            }
          }
        }
      ]
    }
  ],
  "cited_tables": [
    {
      "analysis_id": "analysis_results.json#/tables/ITT_awareness",
      "values": {
        "analysis_id": "ITT_awareness",
        "title": "Assignment difference in paired awareness change",
        "source_variables": [
          "awareness_pre",
          "awareness_post",
          "assignment",
          "followup_status"
        ],
        "universe": "Endpoint-specific valid pairs; assigned grouping retained; observed pairs only",
        "weighting": "weight_base; fixed baseline profile weights, not attrition correction",
        "values": {
          "arms": {
            "0": {
              "n_unweighted": 1016,
              "n_weighted": 999.792714557,
              "n_eff": 876.6181457370669,
              "eligible_n": 1400,
              "eligible_weighted_n": 1387.0575144395,
              "eligible_n_eff": 1210.6116200875301,
              "returned_n": 1070,
              "pair_n": 1016,
              "excluded_pair_n": 384,
              "status": "reportable",
              "pre_missing_counts": {
                "97": 17,
                "98": 5,
                "99": 11,
                "structural_blank": 0
              },
              "post_missing_counts": {
                "97": 15,
                "98": 8,
                "99": 6,
                "structural_blank": 330
              },
              "pre_distribution_pct": {
                "0": 68.63139161956558,
                "1": 31.36860838043443
              },
              "post_distribution_pct": {
                "0": 54.29713369107078,
                "1": 45.70286630892922
              },
              "pre_pct": 31.36860838043443,
              "post_pct": 45.70286630892922,
              "change_pp": 14.334257928494786,
              "variance_change": 0.0001577176748665947
            },
            "1": {
              "n_unweighted": 960,
              "n_weighted": 965.2055471422999,
              "n_eff": 834.4067153467572,
              "eligible_n": 1400,
              "eligible_weighted_n": 1412.9424855410998,
              "eligible_n_eff": 1220.3001032310437,
              "returned_n": 1019,
              "pair_n": 960,
              "excluded_pair_n": 440,
              "status": "reportable",
              "pre_missing_counts": {
                "97": 24,
                "98": 6,
                "99": 10,
                "structural_blank": 0
              },
              "post_missing_counts": {
                "97": 17,
                "98": 9,
                "99": 6,
                "structural_blank": 381
              },
              "pre_distribution_pct": {
                "0": 69.16618879194823,
                "1": 30.833811208051777
              },
              "post_distribution_pct": {
                "0": 41.23995706678378,
                "1": 58.76004293321622
              },
              "pre_pct": 30.83381120805178,
              "post_pct": 58.76004293321622,
              "change_pp": 27.926231725164445,
              "variance_change": 0.00027382027780075867
            }
          },
          "status": "reportable",
          "estimate_pp": 13.59197379666966,
          "se_pp": 2.0773491585849344,
          "ci95_pp": [
            9.520444262528603,
            17.663503330810716
          ],
          "p_raw": 6.032047417436093e-11,
          "interval_scope": "Pointwise, not simultaneous; fixed-weight normal approximation",
          "p_holm": 1.8096142252308278e-10,
          "family": "PRIMARY_ASSIGNMENT",
          "family_size": 3
        },
        "chart": {
          "labels": [
            "Control change",
            "Assigned change"
          ],
          "values": [
            14.334257928494786,
            27.926231725164445
          ],
          "unit": "percentage_points",
          "bases": [
            1016,
            960
          ]
        }
      }
    },
    {
      "analysis_id": "analysis_results.json#/tables/ITT_consideration",
      "values": {
        "analysis_id": "ITT_consideration",
        "title": "Assignment difference in paired consideration change",
        "source_variables": [
          "consideration_pre",
          "consideration_post",
          "assignment",
          "followup_status"
        ],
        "universe": "Endpoint-specific valid pairs; assigned grouping retained; observed pairs only",
        "weighting": "weight_base; fixed baseline profile weights, not attrition correction",
        "values": {
          "arms": {
            "0": {
              "n_unweighted": 1015,
              "n_weighted": 1000.1708218222,
              "n_eff": 877.6155602347469,
              "eligible_n": 1400,
              "eligible_weighted_n": 1387.0575144395,
              "eligible_n_eff": 1210.6116200875301,
              "returned_n": 1070,
              "pair_n": 1015,
              "excluded_pair_n": 385,
              "status": "reportable",
              "pre_missing_counts": {
                "97": 26,
                "98": 9,
                "99": 11,
                "structural_blank": 0
              },
              "post_missing_counts": {
                "97": 16,
                "98": 3,
                "99": 3,
                "structural_blank": 330
              },
              "pre_distribution_pct": {
                "1": 19.38795288514943,
                "2": 21.573651448238103,
                "3": 27.543678940593274,
                "4": 17.983119204818593,
                "5": 13.511597521200594
              },
              "post_distribution_pct": {
                "1": 18.212017711348608,
                "2": 18.7758725056052,
                "3": 23.152946998814365,
                "4": 20.893679273384056,
                "5": 18.96548351084777
              },
              "pre_pct": 31.49471672601919,
              "post_pct": 39.859162784231835,
              "change_pp": 8.364446058212643,
              "variance_change": 0.00015285654078612334
            },
            "1": {
              "n_unweighted": 966,
              "n_weighted": 973.6126249385,
              "n_eff": 839.3247929578924,
              "eligible_n": 1400,
              "eligible_weighted_n": 1412.9424855410998,
              "eligible_n_eff": 1220.3001032310437,
              "returned_n": 1019,
              "pair_n": 966,
              "excluded_pair_n": 434,
              "status": "reportable",
              "pre_missing_counts": {
                "97": 19,
                "98": 7,
                "99": 9,
                "structural_blank": 0
              },
              "post_missing_counts": {
                "97": 17,
                "98": 6,
                "99": 4,
                "structural_blank": 381
              },
              "pre_distribution_pct": {
                "1": 22.28063882439924,
                "2": 22.631493005189654,
                "3": 26.407815053275506,
                "4": 17.163217217541256,
                "5": 11.516835899594344
              },
              "post_distribution_pct": {
                "1": 18.1586559879467,
                "2": 20.786678284649792,
                "3": 24.018479871948184,
                "4": 19.92894471742869,
                "5": 17.10724113802663
              },
              "pre_pct": 28.6800531171356,
              "post_pct": 37.03618585545532,
              "change_pp": 8.356132738319722,
              "variance_change": 0.000153405213765594
            }
          },
          "status": "reportable",
          "estimate_pp": -0.00831331989292039,
          "se_pp": 1.7500335841112231,
          "ci95_pp": [
            -3.4383161164864653,
            3.4216894767006245
          ],
          "p_raw": 0.9962097615126849,
          "interval_scope": "Pointwise, not simultaneous; fixed-weight normal approximation",
          "p_holm": 0.9962097615126849,
          "family": "PRIMARY_ASSIGNMENT",
          "family_size": 3
        },
        "chart": {
          "labels": [
            "Control change",
            "Assigned change"
          ],
          "values": [
            8.364446058212643,
            8.356132738319722
          ],
          "unit": "percentage_points",
          "bases": [
            1015,
            966
          ]
        }
      }
    },
    {
      "analysis_id": "analysis_results.json#/tables/ITT_usage",
      "values": {
        "analysis_id": "ITT_usage",
        "title": "Assignment difference in paired usage change",
        "source_variables": [
          "usage_pre",
          "usage_post",
          "assignment",
          "followup_status"
        ],
        "universe": "Endpoint-specific valid pairs; assigned grouping retained; observed pairs only",
        "weighting": "weight_base; fixed baseline profile weights, not attrition correction",
        "values": {
          "arms": {
            "0": {
              "n_unweighted": 1007,
              "n_weighted": 993.8101093811999,
              "n_eff": 868.8313921823847,
              "eligible_n": 1400,
              "eligible_weighted_n": 1387.0575144395,
              "eligible_n_eff": 1210.6116200875301,
              "returned_n": 1070,
              "pair_n": 1007,
              "excluded_pair_n": 393,
              "status": "reportable",
              "pre_missing_counts": {
                "97": 31,
                "98": 7,
                "99": 5,
                "structural_blank": 0
              },
              "post_missing_counts": {
                "97": 15,
                "98": 8,
                "99": 4,
                "structural_blank": 330
              },
              "pre_distribution_pct": {
                "0": 94.4930904811205,
                "1": 5.506909518879493
              },
              "post_distribution_pct": {
                "0": 90.90299316151128,
                "1": 9.09700683848872
              },
              "pre_pct": 5.5069095188794925,
              "post_pct": 9.09700683848872,
              "change_pp": 3.5900973196092285,
              "variance_change": 0.000039026581919763585
            },
            "1": {
              "n_unweighted": 969,
              "n_weighted": 973.3022379396,
              "n_eff": 842.041140310847,
              "eligible_n": 1400,
              "eligible_weighted_n": 1412.9424855410998,
              "eligible_n_eff": 1220.3001032310437,
              "returned_n": 1019,
              "pair_n": 969,
              "excluded_pair_n": 431,
              "status": "reportable",
              "pre_missing_counts": {
                "97": 25,
                "98": 4,
                "99": 8,
                "structural_blank": 0
              },
              "post_missing_counts": {
                "97": 14,
                "98": 7,
                "99": 3,
                "structural_blank": 381
              },
              "pre_distribution_pct": {
                "0": 93.81149865590488,
                "1": 6.188501344095116
              },
              "post_distribution_pct": {
                "0": 91.20051870766223,
                "1": 8.799481292337774
              },
              "pre_pct": 6.188501344095118,
              "post_pct": 8.799481292337775,
              "change_pp": 2.6109799482426577,
              "variance_change": 0.00003783184316117702
            }
          },
          "status": "reportable",
          "estimate_pp": -0.9791173713665708,
          "se_pp": 0.8766893696226765,
          "ci95_pp": [
            -2.69739696145614,
            0.7391622187229985
          ],
          "p_raw": 0.2640648812076475,
          "interval_scope": "Pointwise, not simultaneous; fixed-weight normal approximation",
          "p_holm": 0.528129762415295,
          "family": "PRIMARY_ASSIGNMENT",
          "family_size": 3
        },
        "chart": {
          "labels": [
            "Control change",
            "Assigned change"
          ],
          "values": [
            3.5900973196092285,
            2.6109799482426577
          ],
          "unit": "percentage_points",
          "bases": [
            1007,
            969
          ]
        }
      }
    }
  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"study_id": "SBT-005",
  "source_sha256": "5cc0283b7175366381162dea853bb107f72daee2ccbf7f24523c73b65b2af83c",
  "analysis_sha256": "180a9870768a4bfe9cc1817408bb60ec0e8a014da780fbaa0e32f39efa2eea36",
  "approved_at": "2026-09-22T06:32:29.699Z",
  "universe": "All enrolled within assignment; recall additionally requires returned survey with valid recall",
  "review_record": {
    "findings": {
      "F1": {
        "decision": "accept",
        "text": "Assignment supports an awareness benefit among observed pairs: awareness rose 27.93 percentage points in the assigned arm versus 14.33 in control, an additional 13.59 points (95% CI 9.52–17.66; Holm p=1.81e-10). [software QA edit]",
        "reason": "Software QA: verify original wording survives a revision. No human assessment.",
        "importance": "primary"
      },
      "F2": {
        "decision": "accept",
        "text": "The study does not establish incremental consideration or reported use. Consideration rose 8.356 points assigned versus 8.364 control: contrast −0.008 points (95% CI −3.44 to 3.42; Holm p=.996). Usage rose 2.61 versus 3.59 points: contrast −0.98 (−2.70 to 0.74; Holm p=.528).",
        "reason": "",
        "importance": "primary"
      },
      "F3": {
        "decision": "accept",
        "text": "Attrition materially limits interpretation: 1019 assigned and 1070 control households returned, with weighted return rates of 72.38% and 75.98%. Returners had higher baseline consideration (30.13% versus 21.99%), higher digital confidence (46.34% versus 36.56%), and lower high budget pressure (33.68% versus 49.20%) than nonreturners.",
        "reason": "",
        "importance": "primary"
      },
      "F4": {
        "decision": "accept",
        "text": "Large recipient and recaller consideration gaps should not be sold as campaign lift. Logged recipients led nonrecipients by 19.12 points at follow-up, but already led by 19.15 at baseline. Recallers led by 37.24 points at follow-up and 32.35 at baseline.",
        "reason": "",
        "importance": "primary"
      },
      "F5": {
        "decision": "accept",
        "text": "Assignment changed the observed delivery environment without creating clean exposed and unexposed groups: logged receipt was 70.16% assigned versus 24.54% control; recall was 48.61% versus 32.97%. Among returned valid-recall respondents, 65.82% of logged recipients recalled the campaign, while 15.73% without a logged receipt also recalled it.",
        "reason": "",
        "importance": "secondary"
      },
      "F6": {
        "decision": "accept",
        "text": "Households with children have a stronger observed need, but superior campaign responsiveness is unestablished. Very/extremely stressful meal planning was reported by 56.48% with children versus 36.56% without. Children-household assignment contrasts were +10.15 points awareness, +2.95 consideration and +0.91 usage; none of the children-versus-no-children interactions survived Holm adjustment.",
        "reason": "",
        "importance": "secondary"
      },
      "F7": {
        "decision": "accept",
        "text": "Selected recallers generally rated the message positively: agreement was 76.74% for clarity, 75.90% for believability and 70.52% for relevance. Relevance is a reasonable creative-test hypothesis, but its numerical ranking does not prove it is weaker or that improving it would increase usage.",
        "reason": "",
        "importance": "secondary"
      },
      "F8": {
        "decision": "accept",
        "text": "The evidence supports a further controlled test with an explicit awareness objective and a separately powered downstream question; it does not yet support a sales, ROI or superior-targeting claim. Improve follow-up retention, prespecify a meaningful consideration/use threshold, and retain households with children as a planned audience rather than declaring them campaign winners.",
        "reason": "",
        "importance": "primary"
      }
    },
    "beats": {
      "1": {
        "include": true,
        "title": "Lead with the decision: awareness improved beyond control; downstream benefit remains unestablished.",
        "order": 1
      },
      "2": {
        "include": true,
        "title": "Define who the result describes before extending it.",
        "order": 2
      },
      "3": {
        "include": true,
        "title": "Separate delivery, memory and pre-existing affinity from assignment effects.",
        "order": 3
      },
      "4": {
        "include": true,
        "title": "Use audience needs and message ratings to formulate the next hypotheses.",
        "order": 4
      },
      "5": {
        "include": true,
        "title": "Recommend a focused follow-up experiment with better outcome recovery.",
        "order": 5
      }
    },
    "missed": "",
    "minutes": "",
    "notes": "SOFTWARE QA ONLY. Acceptance here tests export mechanics and is not substantive researcher approval.",
    "approved": true,
    "started_at": "2026-09-22T06:32:29.526Z",
    "approved_at": "2026-09-22T06:32:29.699Z"
  },
  "preparation_review": {
    "baseline": "SOFTWARE QA ONLY: check the preparation/review/export loop. This is not an independent researcher assessment.",
    "prepared": true,
    "revisedEvidence": null,
    "revision": 0
  },
  "qualifications": "Return-status denominators are all 1400 households per arm. Exact eligible/valid N, weighted N and ESS for all six baseline profiles are retained in attrition_audit. Arm differences also existed before attrition: consideration was 29.79% control versus 26.31% assigned, and 31.48% versus 28.76% among returners. These comparisons neither invalidate randomisation nor establish ignorable missingness.",
  "chart_table": "tables.followup_status_by_assignment",
  "original_beat": {
    "order": 2,
    "finding_refs": [
      "F3"
    ],
    "headline_intent": "Define who the result describes before extending it.",
    "analytical_relationship": "Qualify the observed-pair findings using differential return, item completeness and baseline selection.",
    "original_order": 2,
    "original_headline_intent": "Define who the result describes before extending it."
  },
  "findings": [
    {
      "model_finding_id": "F3",
      "proposition": "Attrition materially limits interpretation: 1019 assigned and 1070 control households returned, with weighted return rates of 72.38% and 75.98%. Returners had higher baseline consideration (30.13% versus 21.99%), higher digital confidence (46.34% versus 36.56%), and lower high budget pressure (33.68% versus 49.20%) than nonreturners.",
      "evidence_refs": [
        "analysis_results.json#/tables/followup_status_by_assignment",
        "analysis_results.json#/tables/profile_followup_status_baseline",
        "analysis_results.json#/tables/profile_assignment_baseline",
        "analysis_results.json#/tables/profile_assignment_returners"
      ],
      "importance": "primary",
      "claim_strength": "Descriptive evidence of selective follow-up; direction and size of resulting outcome bias remain unknown.",
      "qualification": "Return-status denominators are all 1400 households per arm. Exact eligible/valid N, weighted N and ESS for all six baseline profiles are retained in attrition_audit. Arm differences also existed before attrition: consideration was 29.79% control versus 26.31% assigned, and 31.48% versus 28.76% among returners. These comparisons neither invalidate randomisation nor establish ignorable missingness.",
      "topic_cluster": "scope_and_attrition",
      "original_proposition": "Attrition materially limits interpretation: 1019 assigned and 1070 control households returned, with weighted return rates of 72.38% and 75.98%. Returners had higher baseline consideration (30.13% versus 21.99%), higher digital confidence (46.34% versus 36.56%), and lower high budget pressure (33.68% versus 49.20%) than nonreturners.",
      "original_importance": "primary",
      "review": {
        "decision": "accept",
        "text": "Attrition materially limits interpretation: 1019 assigned and 1070 control households returned, with weighted return rates of 72.38% and 75.98%. Returners had higher baseline consideration (30.13% versus 21.99%), higher digital confidence (46.34% versus 36.56%), and lower high budget pressure (33.68% versus 49.20%) than nonreturners.",
        "reason": "",
        "importance": "primary"
      },
      "evidence": [
        {
          "analysis_id": "analysis_results.json#/tables/followup_status_by_assignment",
          "values": {
            "analysis_id": "followup_status_by_assignment",
            "title": "followup_status by assigned arm",
            "source_variables": [
              "followup_status",
              "assignment"
            ],
            "universe": "All enrolled within assignment; recall additionally requires returned survey with valid recall",
            "weighting": "weight_base; fixed baseline profile weights, not attrition correction",
            "values": {
              "0": {
                "n_unweighted": 1400,
                "n_weighted": 1387.0575144395,
                "n_eff": 1210.6116200875301,
                "eligible_n": 1400,
                "eligible_weighted_n": 1387.0575144395,
                "eligible_n_eff": 1210.6116200875301,
                "structural_excluded_n": 0,
                "missing_counts": {
                  "97": 0,
                  "98": 0,
                  "99": 0,
                  "unexpected_blank": 0
                },
                "status": "reportable",
                "mean": 0.759794206107138,
                "distribution_pct": {
                  "0": 24.0205793892862,
                  "1": 75.9794206107138
                },
                "pct": 75.9794206107138
              },
              "1": {
                "n_unweighted": 1400,
                "n_weighted": 1412.9424855410998,
                "n_eff": 1220.3001032310437,
                "eligible_n": 1400,
                "eligible_weighted_n": 1412.9424855410998,
                "eligible_n_eff": 1220.3001032310437,
                "structural_excluded_n": 0,
                "missing_counts": {
                  "97": 0,
                  "98": 0,
                  "99": 0,
                  "unexpected_blank": 0
                },
                "status": "reportable",
                "mean": 0.7237663639380694,
                "distribution_pct": {
                  "0": 27.623363606193074,
                  "1": 72.37663639380693
                },
                "pct": 72.37663639380693
              }
            },
            "chart": {
              "labels": [
                "Control",
                "Assigned"
              ],
              "values": [
                75.9794206107138,
                72.37663639380693
              ],
              "unit": "percent",
              "bases": [
                1400,
                1400
              ]
            }
          }
        },
        {
          "analysis_id": "analysis_results.json#/tables/profile_followup_status_baseline",
          "values": {
            "analysis_id": "profile_followup_status_baseline",
            "title": "Baseline profile by followup_status_baseline",
            "source_variables": [
              "awareness_pre",
              "consideration_pre",
              "usage_pre",
              "children_under18",
              "digital_confidence_pre",
              "budget_pressure_pre",
              "followup_status"
            ],
            "universe": "Valid baseline responses in stated groups; returned subset only where named",
            "weighting": "weight_base; fixed baseline profile weights, not attrition correction",
            "values": {
              "awareness_pre": {
                "0": {
                  "n_unweighted": 692,
                  "n_weighted": 703.2635371577001,
                  "n_eff": 605.4152559739317,
                  "eligible_n": 711,
                  "eligible_weighted_n": 723.4814917583999,
                  "eligible_n_eff": 622.0730663957901,
                  "structural_excluded_n": 0,
                  "missing_counts": {
                    "97": 9,
                    "98": 3,
                    "99": 7,
                    "unexpected_blank": 0
                  },
                  "status": "reportable",
                  "mean": 0.2781080356881098,
                  "distribution_pct": {
                    "0": 72.189196431189,
                    "1": 27.810803568810982
                  },
                  "pct": 27.810803568810982
                },
                "1": {
                  "n_unweighted": 2035,
                  "n_weighted": 2020.6512810964998,
                  "n_eff": 1761.9956819338065,
                  "eligible_n": 2089,
                  "eligible_weighted_n": 2076.5185082221997,
                  "eligible_n_eff": 1808.8503416140459,
                  "structural_excluded_n": 0,
                  "missing_counts": {
                    "97": 32,
                    "98": 8,
                    "99": 14,
                    "unexpected_blank": 0
                  },
                  "status": "reportable",
                  "mean": 0.3135943795598634,
                  "distribution_pct": {
                    "0": 68.64056204401366,
                    "1": 31.359437955986348
                  },
                  "pct": 31.359437955986348
                }
              },
              "consideration_pre": {
                "0": {
                  "n_unweighted": 691,
                  "n_weighted": 704.1399587939,
                  "n_eff": 604.7496518262419,
                  "eligible_n": 711,
                  "eligible_weighted_n": 723.4814917583999,
                  "eligible_n_eff": 622.0730663957901,
                  "structural_excluded_n": 0,
                  "missing_counts": {
                    "97": 9,
                    "98": 3,
                    "99": 8,
                    "unexpected_blank": 0
                  },
                  "status": "reportable",
                  "mean": 2.493921352363696,
                  "distribution_pct": {
                    "1": 27.43004525589398,
                    "2": 25.63875899183865,
                    "3": 24.940890912924765,
                    "4": 14.08962493868903,
                    "5": 7.9006799006535715
                  },
                  "top2_pct": 21.9903048393426
                },
                "1": {
                  "n_unweighted": 2028,
                  "n_weighted": 2018.3805819610998,
                  "n_eff": 1756.8155467516012,
                  "eligible_n": 2089,
                  "eligible_weighted_n": 2076.5185082221997,
                  "eligible_n_eff": 1808.8503416140459,
                  "structural_excluded_n": 0,
                  "missing_counts": {
                    "97": 36,
                    "98": 13,
                    "99": 12,
                    "unexpected_blank": 0
                  },
                  "status": "reportable",
                  "mean": 2.7926338493585123,
                  "distribution_pct": {
                    "1": 20.60084828730352,
                    "2": 22.249856246033545,
                    "3": 27.0157460507569,
                    "4": 17.552161075320328,
                    "5": 12.58138834058572
                  },
                  "top2_pct": 30.133549415906046
                }
              },
              "usage_pre": {
                "0": {
                  "n_unweighted": 694,
                  "n_weighted": 706.4287528870999,
                  "n_eff": 607.9273726948281,
                  "eligible_n": 711,
                  "eligible_weighted_n": 723.4814917583999,
                  "eligible_n_eff": 622.0730663957901,
                  "structural_excluded_n": 0,
                  "missing_counts": {
                    "97": 11,
                    "98": 4,
                    "99": 2,
                    "unexpected_blank": 0
                  },
                  "status": "reportable",
                  "mean": 0.03925272980633,
                  "distribution_pct": {
                    "0": 96.074727019367,
                    "1": 3.9252729806330002
                  },
                  "pct": 3.9252729806330002
                },
                "1": {
                  "n_unweighted": 2026,
                  "n_weighted": 2016.3050658698999,
                  "n_eff": 1754.9107457704927,
                  "eligible_n": 2089,
                  "eligible_weighted_n": 2076.5185082221997,
                  "eligible_n_eff": 1808.8503416140459,
                  "structural_excluded_n": 0,
                  "missing_counts": {
                    "97": 45,
                    "98": 7,
                    "99": 11,
                    "unexpected_blank": 0
                  },
                  "status": "reportable",
                  "mean": 0.05799135070806031,
                  "distribution_pct": {
                    "0": 94.20086492919397,
                    "1": 5.79913507080603
                  },
                  "pct": 5.79913507080603
                }
              },
              "children_under18": {
                "0": {
                  "n_unweighted": 711,
                  "n_weighted": 723.4814917583999,
                  "n_eff": 622.0730663957901,
                  "eligible_n": 711,
                  "eligible_weighted_n": 723.4814917583999,
                  "eligible_n_eff": 622.0730663957901,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0.42308654107701454,
                  "distribution_pct": {
                    "0": 57.691345892298564,
                    "1": 42.30865410770145
                  },
                  "pct": 42.30865410770145
                },
                "1": {
                  "n_unweighted": 2089,
                  "n_weighted": 2076.5185082221997,
                  "n_eff": 1808.8503416140459,
                  "eligible_n": 2089,
                  "eligible_weighted_n": 2076.5185082221997,
                  "eligible_n_eff": 1808.8503416140459,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0.32429933658170934,
                  "distribution_pct": {
                    "0": 67.57006634182909,
                    "1": 32.429933658170924
                  },
                  "pct": 32.429933658170924
                }
              },
              "digital_confidence_pre": {
                "0": {
                  "n_unweighted": 694,
                  "n_weighted": 706.3279880051,
                  "n_eff": 606.7870985429994,
                  "eligible_n": 711,
                  "eligible_weighted_n": 723.4814917583999,
                  "eligible_n_eff": 622.0730663957901,
                  "structural_excluded_n": 0,
                  "missing_counts": {
                    "97": 5,
                    "98": 7,
                    "99": 5,
                    "unexpected_blank": 0
                  },
                  "status": "reportable",
                  "mean": 2.9627371986271767,
                  "distribution_pct": {
                    "1": 16.25955439528339,
                    "2": 22.535438178198127,
                    "3": 24.642758134715624,
                    "4": 21.79623175212312,
                    "5": 14.766017539679726
                  },
                  "top2_pct": 36.56224929180284
                },
                "1": {
                  "n_unweighted": 2018,
                  "n_weighted": 2008.687310377,
                  "n_eff": 1745.9799297853563,
                  "eligible_n": 2089,
                  "eligible_weighted_n": 2076.5185082221997,
                  "eligible_n_eff": 1808.8503416140459,
                  "structural_excluded_n": 0,
                  "missing_counts": {
                    "97": 41,
                    "98": 13,
                    "99": 17,
                    "unexpected_blank": 0
                  },
                  "status": "reportable",
                  "mean": 3.274907727224682,
                  "distribution_pct": {
                    "1": 10.76997383422496,
                    "2": 18.619210022564715,
                    "3": 24.267012519823876,
                    "4": 25.037676833290096,
                    "5": 21.30612679009636
                  },
                  "top2_pct": 46.34380362338646
                }
              },
              "budget_pressure_pre": {
                "0": {
                  "n_unweighted": 692,
                  "n_weighted": 703.0564486443,
                  "n_eff": 605.9801314363735,
                  "eligible_n": 711,
                  "eligible_weighted_n": 723.4814917583999,
                  "eligible_n_eff": 622.0730663957901,
                  "structural_excluded_n": 0,
                  "missing_counts": {
                    "97": 12,
                    "98": 2,
                    "99": 5,
                    "unexpected_blank": 0
                  },
                  "status": "reportable",
                  "mean": 3.481489901669284,
                  "distribution_pct": {
                    "1": 6.380393251722389,
                    "2": 12.760751199608153,
                    "3": 31.66331190538961,
                    "4": 24.720559416578375,
                    "5": 24.474984226701476
                  },
                  "top2_pct": 49.19554364327985
                },
                "1": {
                  "n_unweighted": 2036,
                  "n_weighted": 2026.3617417657,
                  "n_eff": 1762.9042947510152,
                  "eligible_n": 2089,
                  "eligible_weighted_n": 2076.5185082221997,
                  "eligible_n_eff": 1808.8503416140459,
                  "structural_excluded_n": 0,
                  "missing_counts": {
                    "97": 34,
                    "98": 11,
                    "99": 8,
                    "unexpected_blank": 0
                  },
                  "status": "reportable",
                  "mean": 2.929190824749893,
                  "distribution_pct": {
                    "1": 15.78547393736204,
                    "2": 21.324220128276714,
                    "3": 29.207218395866878,
                    "4": 21.55192459899868,
                    "5": 12.131162939495692
                  },
                  "top2_pct": 33.68308753849438
                }
              }
            }
          }
        },
        {
          "analysis_id": "analysis_results.json#/tables/profile_assignment_baseline",
          "values": {
            "analysis_id": "profile_assignment_baseline",
            "title": "Baseline profile by assignment_baseline",
            "source_variables": [
              "awareness_pre",
              "consideration_pre",
              "usage_pre",
              "children_under18",
              "digital_confidence_pre",
              "budget_pressure_pre",
              "assignment"
            ],
            "universe": "Valid baseline responses in stated groups; returned subset only where named",
            "weighting": "weight_base; fixed baseline profile weights, not attrition correction",
            "values": {
              "awareness_pre": {
                "0": {
                  "n_unweighted": 1367,
                  "n_weighted": 1352.9092143142998,
                  "n_eff": 1181.4700032789094,
                  "eligible_n": 1400,
                  "eligible_weighted_n": 1387.0575144395,
                  "eligible_n_eff": 1210.6116200875301,
                  "structural_excluded_n": 0,
                  "missing_counts": {
                    "97": 17,
                    "98": 5,
                    "99": 11,
                    "unexpected_blank": 0
                  },
                  "status": "reportable",
                  "mean": 0.30724912129198617,
                  "distribution_pct": {
                    "0": 69.27508787080139,
                    "1": 30.724912129198618
                  },
                  "pct": 30.724912129198618
                },
                "1": {
                  "n_unweighted": 1360,
                  "n_weighted": 1371.0056039398999,
                  "n_eff": 1185.919859039717,
                  "eligible_n": 1400,
                  "eligible_weighted_n": 1412.9424855410998,
                  "eligible_n_eff": 1220.3001032310437,
                  "structural_excluded_n": 0,
                  "missing_counts": {
                    "97": 24,
                    "98": 6,
                    "99": 10,
                    "unexpected_blank": 0
                  },
                  "status": "reportable",
                  "mean": 0.3016530036185974,
                  "distribution_pct": {
                    "0": 69.83469963814026,
                    "1": 30.16530036185975
                  },
                  "pct": 30.16530036185975
                }
              },
              "consideration_pre": {
                "0": {
                  "n_unweighted": 1354,
                  "n_weighted": 1343.1846829354,
                  "n_eff": 1171.6063489939095,
                  "eligible_n": 1400,
                  "eligible_weighted_n": 1387.0575144395,
                  "eligible_n_eff": 1210.6116200875301,
                  "structural_excluded_n": 0,
                  "missing_counts": {
                    "97": 26,
                    "98": 9,
                    "99": 11,
                    "unexpected_blank": 0
                  },
                  "status": "reportable",
                  "mean": 2.780328396376978,
                  "distribution_pct": {
                    "1": 21.008070601023316,
                    "2": 21.89268938273343,
                    "3": 27.307303129069442,
                    "4": 17.64220355186978,
                    "5": 12.149733335304024
                  },
                  "top2_pct": 29.791936887173804
                },
                "1": {
                  "n_unweighted": 1365,
                  "n_weighted": 1379.3358578195998,
                  "n_eff": 1189.9496369817132,
                  "eligible_n": 1400,
                  "eligible_weighted_n": 1412.9424855410998,
                  "eligible_n_eff": 1220.3001032310437,
                  "structural_excluded_n": 0,
                  "missing_counts": {
                    "97": 19,
                    "98": 7,
                    "99": 9,
                    "unexpected_blank": 0
                  },
                  "status": "reportable",
                  "mean": 2.6521264390239927,
                  "distribution_pct": {
                    "1": 23.690549518197024,
                    "2": 24.327669915254763,
                    "3": 25.67263341974348,
                    "4": 15.696881439561416,
                    "5": 10.61226570724333
                  },
                  "top2_pct": 26.309147146804747
                }
              },
              "usage_pre": {
                "0": {
                  "n_unweighted": 1357,
                  "n_weighted": 1344.3431897451,
                  "n_eff": 1174.5031440227046,
                  "eligible_n": 1400,
                  "eligible_weighted_n": 1387.0575144395,
                  "eligible_n_eff": 1210.6116200875301,
                  "structural_excluded_n": 0,
                  "missing_counts": {
                    "97": 31,
                    "98": 7,
                    "99": 5,
                    "unexpected_blank": 0
                  },
                  "status": "reportable",
                  "mean": 0.0491293767864611,
                  "distribution_pct": {
                    "0": 95.0870623213539,
                    "1": 4.91293767864611
                  },
                  "pct": 4.91293767864611
                },
                "1": {
                  "n_unweighted": 1363,
                  "n_weighted": 1378.3906290118998,
                  "n_eff": 1188.380735215719,
                  "eligible_n": 1400,
                  "eligible_weighted_n": 1412.9424855410998,
                  "eligible_n_eff": 1220.3001032310437,
                  "structural_excluded_n": 0,
                  "missing_counts": {
                    "97": 25,
                    "98": 4,
                    "99": 8,
                    "unexpected_blank": 0
                  },
                  "status": "reportable",
                  "mean": 0.05703083467046796,
                  "distribution_pct": {
                    "0": 94.29691653295322,
                    "1": 5.703083467046796
                  },
                  "pct": 5.703083467046796
                }
              },
              "children_under18": {
                "0": {
                  "n_unweighted": 1400,
                  "n_weighted": 1387.0575144395,
                  "n_eff": 1210.6116200875301,
                  "eligible_n": 1400,
                  "eligible_weighted_n": 1387.0575144395,
                  "eligible_n_eff": 1210.6116200875301,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0.334906672380644,
                  "distribution_pct": {
                    "0": 66.5093327619356,
                    "1": 33.4906672380644
                  },
                  "pct": 33.4906672380644
                },
                "1": {
                  "n_unweighted": 1400,
                  "n_weighted": 1412.9424855410998,
                  "n_eff": 1220.3001032310437,
                  "eligible_n": 1400,
                  "eligible_weighted_n": 1412.9424855410998,
                  "eligible_n_eff": 1220.3001032310437,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0.3644692159841777,
                  "distribution_pct": {
                    "0": 63.55307840158224,
                    "1": 36.44692159841777
                  },
                  "pct": 36.44692159841777
                }
              },
              "digital_confidence_pre": {
                "0": {
                  "n_unweighted": 1356,
                  "n_weighted": 1344.964061392,
                  "n_eff": 1172.0111628319626,
                  "eligible_n": 1400,
                  "eligible_weighted_n": 1387.0575144395,
                  "eligible_n_eff": 1210.6116200875301,
                  "structural_excluded_n": 0,
                  "missing_counts": {
                    "97": 25,
                    "98": 11,
                    "99": 8,
                    "unexpected_blank": 0
                  },
                  "status": "reportable",
                  "mean": 3.220989960408817,
                  "distribution_pct": {
                    "1": 10.741982530720684,
                    "2": 19.85299315090593,
                    "3": 25.278677991545795,
                    "4": 24.81673840042618,
                    "5": 19.30960792640141
                  },
                  "top2_pct": 44.12634632682759
                },
                "1": {
                  "n_unweighted": 1356,
                  "n_weighted": 1370.0512369900998,
                  "n_eff": 1180.765165769867,
                  "eligible_n": 1400,
                  "eligible_weighted_n": 1412.9424855410998,
                  "eligible_n_eff": 1220.3001032310437,
                  "structural_excluded_n": 0,
                  "missing_counts": {
                    "97": 21,
                    "98": 9,
                    "99": 14,
                    "unexpected_blank": 0
                  },
                  "status": "reportable",
                  "mean": 3.166899122330454,
                  "distribution_pct": {
                    "1": 13.627598121715293,
                    "2": 19.427024764587202,
                    "3": 23.467586901366616,
                    "4": 23.583447183598636,
                    "5": 19.894343028732262
                  },
                  "top2_pct": 43.4777902123309
                }
              },
              "budget_pressure_pre": {
                "0": {
                  "n_unweighted": 1356,
                  "n_weighted": 1345.6010874661,
                  "n_eff": 1172.5910028092103,
                  "eligible_n": 1400,
                  "eligible_weighted_n": 1387.0575144395,
                  "eligible_n_eff": 1210.6116200875301,
                  "structural_excluded_n": 0,
                  "missing_counts": {
                    "97": 27,
                    "98": 10,
                    "99": 7,
                    "unexpected_blank": 0
                  },
                  "status": "reportable",
                  "mean": 3.018866324684982,
                  "distribution_pct": {
                    "1": 13.758599678611228,
                    "2": 20.109913443029768,
                    "3": 30.444284267525955,
                    "4": 21.860659952915707,
                    "5": 13.826542657917345
                  },
                  "top2_pct": 35.687202610833054
                },
                "1": {
                  "n_unweighted": 1372,
                  "n_weighted": 1383.8171029439,
                  "n_eff": 1196.2919897078275,
                  "eligible_n": 1400,
                  "eligible_weighted_n": 1412.9424855410998,
                  "eligible_n_eff": 1220.3001032310437,
                  "structural_excluded_n": 0,
                  "missing_counts": {
                    "97": 19,
                    "98": 3,
                    "99": 6,
                    "unexpected_blank": 0
                  },
                  "status": "reportable",
                  "mean": 3.1225906438498305,
                  "distribution_pct": {
                    "1": 12.978066505366836,
                    "2": 18.154271117278174,
                    "3": 29.25214860957752,
                    "4": 22.861559022560034,
                    "5": 16.753954745217435
                  },
                  "top2_pct": 39.61551376777747
                }
              }
            }
          }
        },
        {
          "analysis_id": "analysis_results.json#/tables/profile_assignment_returners",
          "values": {
            "analysis_id": "profile_assignment_returners",
            "title": "Baseline profile by assignment_returners",
            "source_variables": [
              "awareness_pre",
              "consideration_pre",
              "usage_pre",
              "children_under18",
              "digital_confidence_pre",
              "budget_pressure_pre",
              "assignment"
            ],
            "universe": "Valid baseline responses in stated groups; returned subset only where named",
            "weighting": "weight_base; fixed baseline profile weights, not attrition correction",
            "values": {
              "awareness_pre": {
                "0": {
                  "n_unweighted": 1045,
                  "n_weighted": 1027.4026510684998,
                  "n_eff": 901.9799735948253,
                  "eligible_n": 1070,
                  "eligible_weighted_n": 1053.8782630085,
                  "eligible_n_eff": 923.6573212077367,
                  "structural_excluded_n": 0,
                  "missing_counts": {
                    "97": 14,
                    "98": 4,
                    "99": 7,
                    "unexpected_blank": 0
                  },
                  "status": "reportable",
                  "mean": 0.3145881346725771,
                  "distribution_pct": {
                    "0": 68.5411865327423,
                    "1": 31.458813467257713
                  },
                  "pct": 31.458813467257713
                },
                "1": {
                  "n_unweighted": 990,
                  "n_weighted": 993.248630028,
                  "n_eff": 860.0988086056233,
                  "eligible_n": 1019,
                  "eligible_weighted_n": 1022.6402452136999,
                  "eligible_n_eff": 885.2621805817785,
                  "structural_excluded_n": 0,
                  "missing_counts": {
                    "97": 18,
                    "98": 4,
                    "99": 7,
                    "unexpected_blank": 0
                  },
                  "status": "reportable",
                  "mean": 0.312566453010107,
                  "distribution_pct": {
                    "0": 68.7433546989893,
                    "1": 31.2566453010107
                  },
                  "pct": 31.2566453010107
                }
              },
              "consideration_pre": {
                "0": {
                  "n_unweighted": 1036,
                  "n_weighted": 1021.580677058,
                  "n_eff": 894.9001745465539,
                  "eligible_n": 1070,
                  "eligible_weighted_n": 1053.8782630085,
                  "eligible_n_eff": 923.6573212077367,
                  "structural_excluded_n": 0,
                  "missing_counts": {
                    "97": 21,
                    "98": 8,
                    "99": 5,
                    "unexpected_blank": 0
                  },
                  "status": "reportable",
                  "mean": 2.850912190094652,
                  "distribution_pct": {
                    "1": 19.100934640928163,
                    "2": 21.830012607035492,
                    "3": 27.59177015761005,
                    "4": 17.831464290495553,
                    "5": 13.645818303930724
                  },
                  "top2_pct": 31.477282594426278
                },
                "1": {
                  "n_unweighted": 992,
                  "n_weighted": 996.7999049031,
                  "n_eff": 861.9886063861285,
                  "eligible_n": 1019,
                  "eligible_weighted_n": 1022.6402452136999,
                  "eligible_n_eff": 885.2621805817785,
                  "structural_excluded_n": 0,
                  "missing_counts": {
                    "97": 15,
                    "98": 5,
                    "99": 7,
                    "unexpected_blank": 0
                  },
                  "status": "reportable",
                  "mean": 2.7329066899815952,
                  "distribution_pct": {
                    "1": 22.138050278250354,
                    "2": 22.68013733542411,
                    "3": 26.425401795920735,
                    "4": 17.26591429072524,
                    "5": 11.490496299679553
                  },
                  "top2_pct": 28.756410590404794
                }
              },
              "usage_pre": {
                "0": {
                  "n_unweighted": 1034,
                  "n_weighted": 1019.1725484231001,
                  "n_eff": 892.9199387135134,
                  "eligible_n": 1070,
                  "eligible_weighted_n": 1053.8782630085,
                  "eligible_n_eff": 923.6573212077367,
                  "structural_excluded_n": 0,
                  "missing_counts": {
                    "97": 27,
                    "98": 5,
                    "99": 4,
                    "unexpected_blank": 0
                  },
                  "status": "reportable",
                  "mean": 0.05498548407000032,
                  "distribution_pct": {
                    "0": 94.50145159299996,
                    "1": 5.498548407000032
                  },
                  "pct": 5.498548407000032
                },
                "1": {
                  "n_unweighted": 992,
                  "n_weighted": 997.1325174468,
                  "n_eff": 862.06840115868,
                  "eligible_n": 1019,
                  "eligible_weighted_n": 1022.6402452136999,
                  "eligible_n_eff": 885.2621805817785,
                  "structural_excluded_n": 0,
                  "missing_counts": {
                    "97": 18,
                    "98": 2,
                    "99": 7,
                    "unexpected_blank": 0
                  },
                  "status": "reportable",
                  "mean": 0.06106365725521391,
                  "distribution_pct": {
                    "0": 93.89363427447861,
                    "1": 6.106365725521391
                  },
                  "pct": 6.106365725521391
                }
              },
              "children_under18": {
                "0": {
                  "n_unweighted": 1070,
                  "n_weighted": 1053.8782630085,
                  "n_eff": 923.6573212077367,
                  "eligible_n": 1070,
                  "eligible_weighted_n": 1053.8782630085,
                  "eligible_n_eff": 923.6573212077367,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0.3076488584568946,
                  "distribution_pct": {
                    "0": 69.23511415431052,
                    "1": 30.76488584568946
                  },
                  "pct": 30.76488584568946
                },
                "1": {
                  "n_unweighted": 1019,
                  "n_weighted": 1022.6402452136999,
                  "n_eff": 885.2621805817785,
                  "eligible_n": 1019,
                  "eligible_weighted_n": 1022.6402452136999,
                  "eligible_n_eff": 885.2621805817785,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0.3414584275196703,
                  "distribution_pct": {
                    "0": 65.85415724803299,
                    "1": 34.145842751967024
                  },
                  "pct": 34.145842751967024
                }
              },
              "digital_confidence_pre": {
                "0": {
                  "n_unweighted": 1036,
                  "n_weighted": 1021.8397069093999,
                  "n_eff": 893.7339103695277,
                  "eligible_n": 1070,
                  "eligible_weighted_n": 1053.8782630085,
                  "eligible_n_eff": 923.6573212077367,
                  "structural_excluded_n": 0,
                  "missing_counts": {
                    "97": 22,
                    "98": 5,
                    "99": 7,
                    "unexpected_blank": 0
                  },
                  "status": "reportable",
                  "mean": 3.301407954047736,
                  "distribution_pct": {
                    "1": 9.96148997610103,
                    "2": 18.78727086421797,
                    "3": 24.196180542260116,
                    "4": 25.259071013648203,
                    "5": 21.79598760377269
                  },
                  "top2_pct": 47.0550586174209
                },
                "1": {
                  "n_unweighted": 982,
                  "n_weighted": 986.8476034675999,
                  "n_eff": 852.3153762357396,
                  "eligible_n": 1019,
                  "eligible_weighted_n": 1022.6402452136999,
                  "eligible_n_eff": 885.2621805817785,
                  "structural_excluded_n": 0,
                  "missing_counts": {
                    "97": 19,
                    "98": 8,
                    "99": 10,
                    "unexpected_blank": 0
                  },
                  "status": "reportable",
                  "mean": 3.247467842976343,
                  "distribution_pct": {
                    "1": 11.607125290765396,
                    "2": 18.44519000105939,
                    "3": 24.3403560907453,
                    "4": 24.808432354635386,
                    "5": 20.79889626279453
                  },
                  "top2_pct": 45.607328617429914
                }
              },
              "budget_pressure_pre": {
                "0": {
                  "n_unweighted": 1034,
                  "n_weighted": 1019.1234063393,
                  "n_eff": 892.7500113523456,
                  "eligible_n": 1070,
                  "eligible_weighted_n": 1053.8782630085,
                  "eligible_n_eff": 923.6573212077367,
                  "structural_excluded_n": 0,
                  "missing_counts": {
                    "97": 23,
                    "98": 8,
                    "99": 5,
                    "unexpected_blank": 0
                  },
                  "status": "reportable",
                  "mean": 2.8937493818914906,
                  "distribution_pct": {
                    "1": 16.28171182293071,
                    "2": 21.828831118734485,
                    "3": 29.79032927677861,
                    "4": 20.431062609367387,
                    "5": 11.668065172188799
                  },
                  "top2_pct": 32.099127781556184
                },
                "1": {
                  "n_unweighted": 1002,
                  "n_weighted": 1007.2383354263998,
                  "n_eff": 870.2383220578157,
                  "eligible_n": 1019,
                  "eligible_weighted_n": 1022.6402452136999,
                  "eligible_n_eff": 885.2621805817785,
                  "structural_excluded_n": 0,
                  "missing_counts": {
                    "97": 11,
                    "98": 3,
                    "99": 3,
                    "unexpected_blank": 0
                  },
                  "status": "reportable",
                  "mean": 2.9650504646196802,
                  "distribution_pct": {
                    "1": 15.28338061296403,
                    "2": 20.813654899190333,
                    "3": 28.617227004229957,
                    "4": 22.68601238014505,
                    "5": 12.59972510347065
                  },
                  "top2_pct": 35.285737483615705
                }
              }
            }
          }
        }
      ]
    }
  ],
  "cited_tables": [
    {
      "analysis_id": "analysis_results.json#/tables/followup_status_by_assignment",
      "values": {
        "analysis_id": "followup_status_by_assignment",
        "title": "followup_status by assigned arm",
        "source_variables": [
          "followup_status",
          "assignment"
        ],
        "universe": "All enrolled within assignment; recall additionally requires returned survey with valid recall",
        "weighting": "weight_base; fixed baseline profile weights, not attrition correction",
        "values": {
          "0": {
            "n_unweighted": 1400,
            "n_weighted": 1387.0575144395,
            "n_eff": 1210.6116200875301,
            "eligible_n": 1400,
            "eligible_weighted_n": 1387.0575144395,
            "eligible_n_eff": 1210.6116200875301,
            "structural_excluded_n": 0,
            "missing_counts": {
              "97": 0,
              "98": 0,
              "99": 0,
              "unexpected_blank": 0
            },
            "status": "reportable",
            "mean": 0.759794206107138,
            "distribution_pct": {
              "0": 24.0205793892862,
              "1": 75.9794206107138
            },
            "pct": 75.9794206107138
          },
          "1": {
            "n_unweighted": 1400,
            "n_weighted": 1412.9424855410998,
            "n_eff": 1220.3001032310437,
            "eligible_n": 1400,
            "eligible_weighted_n": 1412.9424855410998,
            "eligible_n_eff": 1220.3001032310437,
            "structural_excluded_n": 0,
            "missing_counts": {
              "97": 0,
              "98": 0,
              "99": 0,
              "unexpected_blank": 0
            },
            "status": "reportable",
            "mean": 0.7237663639380694,
            "distribution_pct": {
              "0": 27.623363606193074,
              "1": 72.37663639380693
            },
            "pct": 72.37663639380693
          }
        },
        "chart": {
          "labels": [
            "Control",
            "Assigned"
          ],
          "values": [
            75.9794206107138,
            72.37663639380693
          ],
          "unit": "percent",
          "bases": [
            1400,
            1400
          ]
        }
      }
    },
    {
      "analysis_id": "analysis_results.json#/tables/profile_followup_status_baseline",
      "values": {
        "analysis_id": "profile_followup_status_baseline",
        "title": "Baseline profile by followup_status_baseline",
        "source_variables": [
          "awareness_pre",
          "consideration_pre",
          "usage_pre",
          "children_under18",
          "digital_confidence_pre",
          "budget_pressure_pre",
          "followup_status"
        ],
        "universe": "Valid baseline responses in stated groups; returned subset only where named",
        "weighting": "weight_base; fixed baseline profile weights, not attrition correction",
        "values": {
          "awareness_pre": {
            "0": {
              "n_unweighted": 692,
              "n_weighted": 703.2635371577001,
              "n_eff": 605.4152559739317,
              "eligible_n": 711,
              "eligible_weighted_n": 723.4814917583999,
              "eligible_n_eff": 622.0730663957901,
              "structural_excluded_n": 0,
              "missing_counts": {
                "97": 9,
                "98": 3,
                "99": 7,
                "unexpected_blank": 0
              },
              "status": "reportable",
              "mean": 0.2781080356881098,
              "distribution_pct": {
                "0": 72.189196431189,
                "1": 27.810803568810982
              },
              "pct": 27.810803568810982
            },
            "1": {
              "n_unweighted": 2035,
              "n_weighted": 2020.6512810964998,
              "n_eff": 1761.9956819338065,
              "eligible_n": 2089,
              "eligible_weighted_n": 2076.5185082221997,
              "eligible_n_eff": 1808.8503416140459,
              "structural_excluded_n": 0,
              "missing_counts": {
                "97": 32,
                "98": 8,
                "99": 14,
                "unexpected_blank": 0
              },
              "status": "reportable",
              "mean": 0.3135943795598634,
              "distribution_pct": {
                "0": 68.64056204401366,
                "1": 31.359437955986348
              },
              "pct": 31.359437955986348
            }
          },
          "consideration_pre": {
            "0": {
              "n_unweighted": 691,
              "n_weighted": 704.1399587939,
              "n_eff": 604.7496518262419,
              "eligible_n": 711,
              "eligible_weighted_n": 723.4814917583999,
              "eligible_n_eff": 622.0730663957901,
              "structural_excluded_n": 0,
              "missing_counts": {
                "97": 9,
                "98": 3,
                "99": 8,
                "unexpected_blank": 0
              },
              "status": "reportable",
              "mean": 2.493921352363696,
              "distribution_pct": {
                "1": 27.43004525589398,
                "2": 25.63875899183865,
                "3": 24.940890912924765,
                "4": 14.08962493868903,
                "5": 7.9006799006535715
              },
              "top2_pct": 21.9903048393426
            },
            "1": {
              "n_unweighted": 2028,
              "n_weighted": 2018.3805819610998,
              "n_eff": 1756.8155467516012,
              "eligible_n": 2089,
              "eligible_weighted_n": 2076.5185082221997,
              "eligible_n_eff": 1808.8503416140459,
              "structural_excluded_n": 0,
              "missing_counts": {
                "97": 36,
                "98": 13,
                "99": 12,
                "unexpected_blank": 0
              },
              "status": "reportable",
              "mean": 2.7926338493585123,
              "distribution_pct": {
                "1": 20.60084828730352,
                "2": 22.249856246033545,
                "3": 27.0157460507569,
                "4": 17.552161075320328,
                "5": 12.58138834058572
              },
              "top2_pct": 30.133549415906046
            }
          },
          "usage_pre": {
            "0": {
              "n_unweighted": 694,
              "n_weighted": 706.4287528870999,
              "n_eff": 607.9273726948281,
              "eligible_n": 711,
              "eligible_weighted_n": 723.4814917583999,
              "eligible_n_eff": 622.0730663957901,
              "structural_excluded_n": 0,
              "missing_counts": {
                "97": 11,
                "98": 4,
                "99": 2,
                "unexpected_blank": 0
              },
              "status": "reportable",
              "mean": 0.03925272980633,
              "distribution_pct": {
                "0": 96.074727019367,
                "1": 3.9252729806330002
              },
              "pct": 3.9252729806330002
            },
            "1": {
              "n_unweighted": 2026,
              "n_weighted": 2016.3050658698999,
              "n_eff": 1754.9107457704927,
              "eligible_n": 2089,
              "eligible_weighted_n": 2076.5185082221997,
              "eligible_n_eff": 1808.8503416140459,
              "structural_excluded_n": 0,
              "missing_counts": {
                "97": 45,
                "98": 7,
                "99": 11,
                "unexpected_blank": 0
              },
              "status": "reportable",
              "mean": 0.05799135070806031,
              "distribution_pct": {
                "0": 94.20086492919397,
                "1": 5.79913507080603
              },
              "pct": 5.79913507080603
            }
          },
          "children_under18": {
            "0": {
              "n_unweighted": 711,
              "n_weighted": 723.4814917583999,
              "n_eff": 622.0730663957901,
              "eligible_n": 711,
              "eligible_weighted_n": 723.4814917583999,
              "eligible_n_eff": 622.0730663957901,
              "structural_excluded_n": 0,
              "missing_counts": {
                "97": 0,
                "98": 0,
                "99": 0,
                "unexpected_blank": 0
              },
              "status": "reportable",
              "mean": 0.42308654107701454,
              "distribution_pct": {
                "0": 57.691345892298564,
                "1": 42.30865410770145
              },
              "pct": 42.30865410770145
            },
            "1": {
              "n_unweighted": 2089,
              "n_weighted": 2076.5185082221997,
              "n_eff": 1808.8503416140459,
              "eligible_n": 2089,
              "eligible_weighted_n": 2076.5185082221997,
              "eligible_n_eff": 1808.8503416140459,
              "structural_excluded_n": 0,
              "missing_counts": {
                "97": 0,
                "98": 0,
                "99": 0,
                "unexpected_blank": 0
              },
              "status": "reportable",
              "mean": 0.32429933658170934,
              "distribution_pct": {
                "0": 67.57006634182909,
                "1": 32.429933658170924
              },
              "pct": 32.429933658170924
            }
          },
          "digital_confidence_pre": {
            "0": {
              "n_unweighted": 694,
              "n_weighted": 706.3279880051,
              "n_eff": 606.7870985429994,
              "eligible_n": 711,
              "eligible_weighted_n": 723.4814917583999,
              "eligible_n_eff": 622.0730663957901,
              "structural_excluded_n": 0,
              "missing_counts": {
                "97": 5,
                "98": 7,
                "99": 5,
                "unexpected_blank": 0
              },
              "status": "reportable",
              "mean": 2.9627371986271767,
              "distribution_pct": {
                "1": 16.25955439528339,
                "2": 22.535438178198127,
                "3": 24.642758134715624,
                "4": 21.79623175212312,
                "5": 14.766017539679726
              },
              "top2_pct": 36.56224929180284
            },
            "1": {
              "n_unweighted": 2018,
              "n_weighted": 2008.687310377,
              "n_eff": 1745.9799297853563,
              "eligible_n": 2089,
              "eligible_weighted_n": 2076.5185082221997,
              "eligible_n_eff": 1808.8503416140459,
              "structural_excluded_n": 0,
              "missing_counts": {
                "97": 41,
                "98": 13,
                "99": 17,
                "unexpected_blank": 0
              },
              "status": "reportable",
              "mean": 3.274907727224682,
              "distribution_pct": {
                "1": 10.76997383422496,
                "2": 18.619210022564715,
                "3": 24.267012519823876,
                "4": 25.037676833290096,
                "5": 21.30612679009636
              },
              "top2_pct": 46.34380362338646
            }
          },
          "budget_pressure_pre": {
            "0": {
              "n_unweighted": 692,
              "n_weighted": 703.0564486443,
              "n_eff": 605.9801314363735,
              "eligible_n": 711,
              "eligible_weighted_n": 723.4814917583999,
              "eligible_n_eff": 622.0730663957901,
              "structural_excluded_n": 0,
              "missing_counts": {
                "97": 12,
                "98": 2,
                "99": 5,
                "unexpected_blank": 0
              },
              "status": "reportable",
              "mean": 3.481489901669284,
              "distribution_pct": {
                "1": 6.380393251722389,
                "2": 12.760751199608153,
                "3": 31.66331190538961,
                "4": 24.720559416578375,
                "5": 24.474984226701476
              },
              "top2_pct": 49.19554364327985
            },
            "1": {
              "n_unweighted": 2036,
              "n_weighted": 2026.3617417657,
              "n_eff": 1762.9042947510152,
              "eligible_n": 2089,
              "eligible_weighted_n": 2076.5185082221997,
              "eligible_n_eff": 1808.8503416140459,
              "structural_excluded_n": 0,
              "missing_counts": {
                "97": 34,
                "98": 11,
                "99": 8,
                "unexpected_blank": 0
              },
              "status": "reportable",
              "mean": 2.929190824749893,
              "distribution_pct": {
                "1": 15.78547393736204,
                "2": 21.324220128276714,
                "3": 29.207218395866878,
                "4": 21.55192459899868,
                "5": 12.131162939495692
              },
              "top2_pct": 33.68308753849438
            }
          }
        }
      }
    },
    {
      "analysis_id": "analysis_results.json#/tables/profile_assignment_baseline",
      "values": {
        "analysis_id": "profile_assignment_baseline",
        "title": "Baseline profile by assignment_baseline",
        "source_variables": [
          "awareness_pre",
          "consideration_pre",
          "usage_pre",
          "children_under18",
          "digital_confidence_pre",
          "budget_pressure_pre",
          "assignment"
        ],
        "universe": "Valid baseline responses in stated groups; returned subset only where named",
        "weighting": "weight_base; fixed baseline profile weights, not attrition correction",
        "values": {
          "awareness_pre": {
            "0": {
              "n_unweighted": 1367,
              "n_weighted": 1352.9092143142998,
              "n_eff": 1181.4700032789094,
              "eligible_n": 1400,
              "eligible_weighted_n": 1387.0575144395,
              "eligible_n_eff": 1210.6116200875301,
              "structural_excluded_n": 0,
              "missing_counts": {
                "97": 17,
                "98": 5,
                "99": 11,
                "unexpected_blank": 0
              },
              "status": "reportable",
              "mean": 0.30724912129198617,
              "distribution_pct": {
                "0": 69.27508787080139,
                "1": 30.724912129198618
              },
              "pct": 30.724912129198618
            },
            "1": {
              "n_unweighted": 1360,
              "n_weighted": 1371.0056039398999,
              "n_eff": 1185.919859039717,
              "eligible_n": 1400,
              "eligible_weighted_n": 1412.9424855410998,
              "eligible_n_eff": 1220.3001032310437,
              "structural_excluded_n": 0,
              "missing_counts": {
                "97": 24,
                "98": 6,
                "99": 10,
                "unexpected_blank": 0
              },
              "status": "reportable",
              "mean": 0.3016530036185974,
              "distribution_pct": {
                "0": 69.83469963814026,
                "1": 30.16530036185975
              },
              "pct": 30.16530036185975
            }
          },
          "consideration_pre": {
            "0": {
              "n_unweighted": 1354,
              "n_weighted": 1343.1846829354,
              "n_eff": 1171.6063489939095,
              "eligible_n": 1400,
              "eligible_weighted_n": 1387.0575144395,
              "eligible_n_eff": 1210.6116200875301,
              "structural_excluded_n": 0,
              "missing_counts": {
                "97": 26,
                "98": 9,
                "99": 11,
                "unexpected_blank": 0
              },
              "status": "reportable",
              "mean": 2.780328396376978,
              "distribution_pct": {
                "1": 21.008070601023316,
                "2": 21.89268938273343,
                "3": 27.307303129069442,
                "4": 17.64220355186978,
                "5": 12.149733335304024
              },
              "top2_pct": 29.791936887173804
            },
            "1": {
              "n_unweighted": 1365,
              "n_weighted": 1379.3358578195998,
              "n_eff": 1189.9496369817132,
              "eligible_n": 1400,
              "eligible_weighted_n": 1412.9424855410998,
              "eligible_n_eff": 1220.3001032310437,
              "structural_excluded_n": 0,
              "missing_counts": {
                "97": 19,
                "98": 7,
                "99": 9,
                "unexpected_blank": 0
              },
              "status": "reportable",
              "mean": 2.6521264390239927,
              "distribution_pct": {
                "1": 23.690549518197024,
                "2": 24.327669915254763,
                "3": 25.67263341974348,
                "4": 15.696881439561416,
                "5": 10.61226570724333
              },
              "top2_pct": 26.309147146804747
            }
          },
          "usage_pre": {
            "0": {
              "n_unweighted": 1357,
              "n_weighted": 1344.3431897451,
              "n_eff": 1174.5031440227046,
              "eligible_n": 1400,
              "eligible_weighted_n": 1387.0575144395,
              "eligible_n_eff": 1210.6116200875301,
              "structural_excluded_n": 0,
              "missing_counts": {
                "97": 31,
                "98": 7,
                "99": 5,
                "unexpected_blank": 0
              },
              "status": "reportable",
              "mean": 0.0491293767864611,
              "distribution_pct": {
                "0": 95.0870623213539,
                "1": 4.91293767864611
              },
              "pct": 4.91293767864611
            },
            "1": {
              "n_unweighted": 1363,
              "n_weighted": 1378.3906290118998,
              "n_eff": 1188.380735215719,
              "eligible_n": 1400,
              "eligible_weighted_n": 1412.9424855410998,
              "eligible_n_eff": 1220.3001032310437,
              "structural_excluded_n": 0,
              "missing_counts": {
                "97": 25,
                "98": 4,
                "99": 8,
                "unexpected_blank": 0
              },
              "status": "reportable",
              "mean": 0.05703083467046796,
              "distribution_pct": {
                "0": 94.29691653295322,
                "1": 5.703083467046796
              },
              "pct": 5.703083467046796
            }
          },
          "children_under18": {
            "0": {
              "n_unweighted": 1400,
              "n_weighted": 1387.0575144395,
              "n_eff": 1210.6116200875301,
              "eligible_n": 1400,
              "eligible_weighted_n": 1387.0575144395,
              "eligible_n_eff": 1210.6116200875301,
              "structural_excluded_n": 0,
              "missing_counts": {
                "97": 0,
                "98": 0,
                "99": 0,
                "unexpected_blank": 0
              },
              "status": "reportable",
              "mean": 0.334906672380644,
              "distribution_pct": {
                "0": 66.5093327619356,
                "1": 33.4906672380644
              },
              "pct": 33.4906672380644
            },
            "1": {
              "n_unweighted": 1400,
              "n_weighted": 1412.9424855410998,
              "n_eff": 1220.3001032310437,
              "eligible_n": 1400,
              "eligible_weighted_n": 1412.9424855410998,
              "eligible_n_eff": 1220.3001032310437,
              "structural_excluded_n": 0,
              "missing_counts": {
                "97": 0,
                "98": 0,
                "99": 0,
                "unexpected_blank": 0
              },
              "status": "reportable",
              "mean": 0.3644692159841777,
              "distribution_pct": {
                "0": 63.55307840158224,
                "1": 36.44692159841777
              },
              "pct": 36.44692159841777
            }
          },
          "digital_confidence_pre": {
            "0": {
              "n_unweighted": 1356,
              "n_weighted": 1344.964061392,
              "n_eff": 1172.0111628319626,
              "eligible_n": 1400,
              "eligible_weighted_n": 1387.0575144395,
              "eligible_n_eff": 1210.6116200875301,
              "structural_excluded_n": 0,
              "missing_counts": {
                "97": 25,
                "98": 11,
                "99": 8,
                "unexpected_blank": 0
              },
              "status": "reportable",
              "mean": 3.220989960408817,
              "distribution_pct": {
                "1": 10.741982530720684,
                "2": 19.85299315090593,
                "3": 25.278677991545795,
                "4": 24.81673840042618,
                "5": 19.30960792640141
              },
              "top2_pct": 44.12634632682759
            },
            "1": {
              "n_unweighted": 1356,
              "n_weighted": 1370.0512369900998,
              "n_eff": 1180.765165769867,
              "eligible_n": 1400,
              "eligible_weighted_n": 1412.9424855410998,
              "eligible_n_eff": 1220.3001032310437,
              "structural_excluded_n": 0,
              "missing_counts": {
                "97": 21,
                "98": 9,
                "99": 14,
                "unexpected_blank": 0
              },
              "status": "reportable",
              "mean": 3.166899122330454,
              "distribution_pct": {
                "1": 13.627598121715293,
                "2": 19.427024764587202,
                "3": 23.467586901366616,
                "4": 23.583447183598636,
                "5": 19.894343028732262
              },
              "top2_pct": 43.4777902123309
            }
          },
          "budget_pressure_pre": {
            "0": {
              "n_unweighted": 1356,
              "n_weighted": 1345.6010874661,
              "n_eff": 1172.5910028092103,
              "eligible_n": 1400,
              "eligible_weighted_n": 1387.0575144395,
              "eligible_n_eff": 1210.6116200875301,
              "structural_excluded_n": 0,
              "missing_counts": {
                "97": 27,
                "98": 10,
                "99": 7,
                "unexpected_blank": 0
              },
              "status": "reportable",
              "mean": 3.018866324684982,
              "distribution_pct": {
                "1": 13.758599678611228,
                "2": 20.109913443029768,
                "3": 30.444284267525955,
                "4": 21.860659952915707,
                "5": 13.826542657917345
              },
              "top2_pct": 35.687202610833054
            },
            "1": {
              "n_unweighted": 1372,
              "n_weighted": 1383.8171029439,
              "n_eff": 1196.2919897078275,
              "eligible_n": 1400,
              "eligible_weighted_n": 1412.9424855410998,
              "eligible_n_eff": 1220.3001032310437,
              "structural_excluded_n": 0,
              "missing_counts": {
                "97": 19,
                "98": 3,
                "99": 6,
                "unexpected_blank": 0
              },
              "status": "reportable",
              "mean": 3.1225906438498305,
              "distribution_pct": {
                "1": 12.978066505366836,
                "2": 18.154271117278174,
                "3": 29.25214860957752,
                "4": 22.861559022560034,
                "5": 16.753954745217435
              },
              "top2_pct": 39.61551376777747
            }
          }
        }
      }
    },
    {
      "analysis_id": "analysis_results.json#/tables/profile_assignment_returners",
      "values": {
        "analysis_id": "profile_assignment_returners",
        "title": "Baseline profile by assignment_returners",
        "source_variables": [
          "awareness_pre",
          "consideration_pre",
          "usage_pre",
          "children_under18",
          "digital_confidence_pre",
          "budget_pressure_pre",
          "assignment"
        ],
        "universe": "Valid baseline responses in stated groups; returned subset only where named",
        "weighting": "weight_base; fixed baseline profile weights, not attrition correction",
        "values": {
          "awareness_pre": {
            "0": {
              "n_unweighted": 1045,
              "n_weighted": 1027.4026510684998,
              "n_eff": 901.9799735948253,
              "eligible_n": 1070,
              "eligible_weighted_n": 1053.8782630085,
              "eligible_n_eff": 923.6573212077367,
              "structural_excluded_n": 0,
              "missing_counts": {
                "97": 14,
                "98": 4,
                "99": 7,
                "unexpected_blank": 0
              },
              "status": "reportable",
              "mean": 0.3145881346725771,
              "distribution_pct": {
                "0": 68.5411865327423,
                "1": 31.458813467257713
              },
              "pct": 31.458813467257713
            },
            "1": {
              "n_unweighted": 990,
              "n_weighted": 993.248630028,
              "n_eff": 860.0988086056233,
              "eligible_n": 1019,
              "eligible_weighted_n": 1022.6402452136999,
              "eligible_n_eff": 885.2621805817785,
              "structural_excluded_n": 0,
              "missing_counts": {
                "97": 18,
                "98": 4,
                "99": 7,
                "unexpected_blank": 0
              },
              "status": "reportable",
              "mean": 0.312566453010107,
              "distribution_pct": {
                "0": 68.7433546989893,
                "1": 31.2566453010107
              },
              "pct": 31.2566453010107
            }
          },
          "consideration_pre": {
            "0": {
              "n_unweighted": 1036,
              "n_weighted": 1021.580677058,
              "n_eff": 894.9001745465539,
              "eligible_n": 1070,
              "eligible_weighted_n": 1053.8782630085,
              "eligible_n_eff": 923.6573212077367,
              "structural_excluded_n": 0,
              "missing_counts": {
                "97": 21,
                "98": 8,
                "99": 5,
                "unexpected_blank": 0
              },
              "status": "reportable",
              "mean": 2.850912190094652,
              "distribution_pct": {
                "1": 19.100934640928163,
                "2": 21.830012607035492,
                "3": 27.59177015761005,
                "4": 17.831464290495553,
                "5": 13.645818303930724
              },
              "top2_pct": 31.477282594426278
            },
            "1": {
              "n_unweighted": 992,
              "n_weighted": 996.7999049031,
              "n_eff": 861.9886063861285,
              "eligible_n": 1019,
              "eligible_weighted_n": 1022.6402452136999,
              "eligible_n_eff": 885.2621805817785,
              "structural_excluded_n": 0,
              "missing_counts": {
                "97": 15,
                "98": 5,
                "99": 7,
                "unexpected_blank": 0
              },
              "status": "reportable",
              "mean": 2.7329066899815952,
              "distribution_pct": {
                "1": 22.138050278250354,
                "2": 22.68013733542411,
                "3": 26.425401795920735,
                "4": 17.26591429072524,
                "5": 11.490496299679553
              },
              "top2_pct": 28.756410590404794
            }
          },
          "usage_pre": {
            "0": {
              "n_unweighted": 1034,
              "n_weighted": 1019.1725484231001,
              "n_eff": 892.9199387135134,
              "eligible_n": 1070,
              "eligible_weighted_n": 1053.8782630085,
              "eligible_n_eff": 923.6573212077367,
              "structural_excluded_n": 0,
              "missing_counts": {
                "97": 27,
                "98": 5,
                "99": 4,
                "unexpected_blank": 0
              },
              "status": "reportable",
              "mean": 0.05498548407000032,
              "distribution_pct": {
                "0": 94.50145159299996,
                "1": 5.498548407000032
              },
              "pct": 5.498548407000032
            },
            "1": {
              "n_unweighted": 992,
              "n_weighted": 997.1325174468,
              "n_eff": 862.06840115868,
              "eligible_n": 1019,
              "eligible_weighted_n": 1022.6402452136999,
              "eligible_n_eff": 885.2621805817785,
              "structural_excluded_n": 0,
              "missing_counts": {
                "97": 18,
                "98": 2,
                "99": 7,
                "unexpected_blank": 0
              },
              "status": "reportable",
              "mean": 0.06106365725521391,
              "distribution_pct": {
                "0": 93.89363427447861,
                "1": 6.106365725521391
              },
              "pct": 6.106365725521391
            }
          },
          "children_under18": {
            "0": {
              "n_unweighted": 1070,
              "n_weighted": 1053.8782630085,
              "n_eff": 923.6573212077367,
              "eligible_n": 1070,
              "eligible_weighted_n": 1053.8782630085,
              "eligible_n_eff": 923.6573212077367,
              "structural_excluded_n": 0,
              "missing_counts": {
                "97": 0,
                "98": 0,
                "99": 0,
                "unexpected_blank": 0
              },
              "status": "reportable",
              "mean": 0.3076488584568946,
              "distribution_pct": {
                "0": 69.23511415431052,
                "1": 30.76488584568946
              },
              "pct": 30.76488584568946
            },
            "1": {
              "n_unweighted": 1019,
              "n_weighted": 1022.6402452136999,
              "n_eff": 885.2621805817785,
              "eligible_n": 1019,
              "eligible_weighted_n": 1022.6402452136999,
              "eligible_n_eff": 885.2621805817785,
              "structural_excluded_n": 0,
              "missing_counts": {
                "97": 0,
                "98": 0,
                "99": 0,
                "unexpected_blank": 0
              },
              "status": "reportable",
              "mean": 0.3414584275196703,
              "distribution_pct": {
                "0": 65.85415724803299,
                "1": 34.145842751967024
              },
              "pct": 34.145842751967024
            }
          },
          "digital_confidence_pre": {
            "0": {
              "n_unweighted": 1036,
              "n_weighted": 1021.8397069093999,
              "n_eff": 893.7339103695277,
              "eligible_n": 1070,
              "eligible_weighted_n": 1053.8782630085,
              "eligible_n_eff": 923.6573212077367,
              "structural_excluded_n": 0,
              "missing_counts": {
                "97": 22,
                "98": 5,
                "99": 7,
                "unexpected_blank": 0
              },
              "status": "reportable",
              "mean": 3.301407954047736,
              "distribution_pct": {
                "1": 9.96148997610103,
                "2": 18.78727086421797,
                "3": 24.196180542260116,
                "4": 25.259071013648203,
                "5": 21.79598760377269
              },
              "top2_pct": 47.0550586174209
            },
            "1": {
              "n_unweighted": 982,
              "n_weighted": 986.8476034675999,
              "n_eff": 852.3153762357396,
              "eligible_n": 1019,
              "eligible_weighted_n": 1022.6402452136999,
              "eligible_n_eff": 885.2621805817785,
              "structural_excluded_n": 0,
              "missing_counts": {
                "97": 19,
                "98": 8,
                "99": 10,
                "unexpected_blank": 0
              },
              "status": "reportable",
              "mean": 3.247467842976343,
              "distribution_pct": {
                "1": 11.607125290765396,
                "2": 18.44519000105939,
                "3": 24.3403560907453,
                "4": 24.808432354635386,
                "5": 20.79889626279453
              },
              "top2_pct": 45.607328617429914
            }
          },
          "budget_pressure_pre": {
            "0": {
              "n_unweighted": 1034,
              "n_weighted": 1019.1234063393,
              "n_eff": 892.7500113523456,
              "eligible_n": 1070,
              "eligible_weighted_n": 1053.8782630085,
              "eligible_n_eff": 923.6573212077367,
              "structural_excluded_n": 0,
              "missing_counts": {
                "97": 23,
                "98": 8,
                "99": 5,
                "unexpected_blank": 0
              },
              "status": "reportable",
              "mean": 2.8937493818914906,
              "distribution_pct": {
                "1": 16.28171182293071,
                "2": 21.828831118734485,
                "3": 29.79032927677861,
                "4": 20.431062609367387,
                "5": 11.668065172188799
              },
              "top2_pct": 32.099127781556184
            },
            "1": {
              "n_unweighted": 1002,
              "n_weighted": 1007.2383354263998,
              "n_eff": 870.2383220578157,
              "eligible_n": 1019,
              "eligible_weighted_n": 1022.6402452136999,
              "eligible_n_eff": 885.2621805817785,
              "structural_excluded_n": 0,
              "missing_counts": {
                "97": 11,
                "98": 3,
                "99": 3,
                "unexpected_blank": 0
              },
              "status": "reportable",
              "mean": 2.9650504646196802,
              "distribution_pct": {
                "1": 15.28338061296403,
                "2": 20.813654899190333,
                "3": 28.617227004229957,
                "4": 22.68601238014505,
                "5": 12.59972510347065
              },
              "top2_pct": 35.285737483615705
            }
          }
        }
      }
    }
  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"study_id": "SBT-005",
  "source_sha256": "5cc0283b7175366381162dea853bb107f72daee2ccbf7f24523c73b65b2af83c",
  "analysis_sha256": "180a9870768a4bfe9cc1817408bb60ec0e8a014da780fbaa0e32f39efa2eea36",
  "approved_at": "2026-09-22T06:32:29.699Z",
  "universe": "All enrolled within assignment; recall additionally requires returned survey with valid recall",
  "review_record": {
    "findings": {
      "F1": {
        "decision": "accept",
        "text": "Assignment supports an awareness benefit among observed pairs: awareness rose 27.93 percentage points in the assigned arm versus 14.33 in control, an additional 13.59 points (95% CI 9.52–17.66; Holm p=1.81e-10). [software QA edit]",
        "reason": "Software QA: verify original wording survives a revision. No human assessment.",
        "importance": "primary"
      },
      "F2": {
        "decision": "accept",
        "text": "The study does not establish incremental consideration or reported use. Consideration rose 8.356 points assigned versus 8.364 control: contrast −0.008 points (95% CI −3.44 to 3.42; Holm p=.996). Usage rose 2.61 versus 3.59 points: contrast −0.98 (−2.70 to 0.74; Holm p=.528).",
        "reason": "",
        "importance": "primary"
      },
      "F3": {
        "decision": "accept",
        "text": "Attrition materially limits interpretation: 1019 assigned and 1070 control households returned, with weighted return rates of 72.38% and 75.98%. Returners had higher baseline consideration (30.13% versus 21.99%), higher digital confidence (46.34% versus 36.56%), and lower high budget pressure (33.68% versus 49.20%) than nonreturners.",
        "reason": "",
        "importance": "primary"
      },
      "F4": {
        "decision": "accept",
        "text": "Large recipient and recaller consideration gaps should not be sold as campaign lift. Logged recipients led nonrecipients by 19.12 points at follow-up, but already led by 19.15 at baseline. Recallers led by 37.24 points at follow-up and 32.35 at baseline.",
        "reason": "",
        "importance": "primary"
      },
      "F5": {
        "decision": "accept",
        "text": "Assignment changed the observed delivery environment without creating clean exposed and unexposed groups: logged receipt was 70.16% assigned versus 24.54% control; recall was 48.61% versus 32.97%. Among returned valid-recall respondents, 65.82% of logged recipients recalled the campaign, while 15.73% without a logged receipt also recalled it.",
        "reason": "",
        "importance": "secondary"
      },
      "F6": {
        "decision": "accept",
        "text": "Households with children have a stronger observed need, but superior campaign responsiveness is unestablished. Very/extremely stressful meal planning was reported by 56.48% with children versus 36.56% without. Children-household assignment contrasts were +10.15 points awareness, +2.95 consideration and +0.91 usage; none of the children-versus-no-children interactions survived Holm adjustment.",
        "reason": "",
        "importance": "secondary"
      },
      "F7": {
        "decision": "accept",
        "text": "Selected recallers generally rated the message positively: agreement was 76.74% for clarity, 75.90% for believability and 70.52% for relevance. Relevance is a reasonable creative-test hypothesis, but its numerical ranking does not prove it is weaker or that improving it would increase usage.",
        "reason": "",
        "importance": "secondary"
      },
      "F8": {
        "decision": "accept",
        "text": "The evidence supports a further controlled test with an explicit awareness objective and a separately powered downstream question; it does not yet support a sales, ROI or superior-targeting claim. Improve follow-up retention, prespecify a meaningful consideration/use threshold, and retain households with children as a planned audience rather than declaring them campaign winners.",
        "reason": "",
        "importance": "primary"
      }
    },
    "beats": {
      "1": {
        "include": true,
        "title": "Lead with the decision: awareness improved beyond control; downstream benefit remains unestablished.",
        "order": 1
      },
      "2": {
        "include": true,
        "title": "Define who the result describes before extending it.",
        "order": 2
      },
      "3": {
        "include": true,
        "title": "Separate delivery, memory and pre-existing affinity from assignment effects.",
        "order": 3
      },
      "4": {
        "include": true,
        "title": "Use audience needs and message ratings to formulate the next hypotheses.",
        "order": 4
      },
      "5": {
        "include": true,
        "title": "Recommend a focused follow-up experiment with better outcome recovery.",
        "order": 5
      }
    },
    "missed": "",
    "minutes": "",
    "notes": "SOFTWARE QA ONLY. Acceptance here tests export mechanics and is not substantive researcher approval.",
    "approved": true,
    "started_at": "2026-09-22T06:32:29.526Z",
    "approved_at": "2026-09-22T06:32:29.699Z"
  },
  "preparation_review": {
    "baseline": "SOFTWARE QA ONLY: check the preparation/review/export loop. This is not an independent researcher assessment.",
    "prepared": true,
    "revisedEvidence": null,
    "revision": 0
  },
  "qualifications": "Receipt uses all enrolled households; recall uses only valid answers among returners. Exact bases and exclusions are in receipt_recall_and_selection. Logged receipt is not proven attention, recall is not verified exposure, and neither should replace assignment in the primary analysis. Receipt/no-receipt pair bases: N=1037/944, weighted N=970.04/1003.75, ESS=903.73/820.43. Recall/no-recall bases: N=844/1040, weighted N=760.65/1107.13, ESS=741.87/906.03; 97 consideration pairs lack valid recall. Each comparison uses the same people at both waves. Recall was measured after outcomes.",
  "chart_table": "tables.receipt_log_by_assignment",
  "original_beat": {
    "order": 3,
    "finding_refs": [
      "F5",
      "F4"
    ],
    "headline_intent": "Separate delivery, memory and pre-existing affinity from assignment effects.",
    "analytical_relationship": "Explain crossover and measurement disagreement, then contrast observational consideration gaps with their own baseline gaps.",
    "original_order": 3,
    "original_headline_intent": "Separate delivery, memory and pre-existing affinity from assignment effects."
  },
  "findings": [
    {
      "model_finding_id": "F5",
      "proposition": "Assignment changed the observed delivery environment without creating clean exposed and unexposed groups: logged receipt was 70.16% assigned versus 24.54% control; recall was 48.61% versus 32.97%. Among returned valid-recall respondents, 65.82% of logged recipients recalled the campaign, while 15.73% without a logged receipt also recalled it.",
      "evidence_refs": [
        "analysis_results.json#/tables/receipt_log_by_assignment",
        "analysis_results.json#/tables/recall_post_by_assignment",
        "analysis_results.json#/tables/log_recall_concordance"
      ],
      "importance": "secondary",
      "claim_strength": "Descriptive delivery and measurement evidence.",
      "qualification": "Receipt uses all enrolled households; recall uses only valid answers among returners. Exact bases and exclusions are in receipt_recall_and_selection. Logged receipt is not proven attention, recall is not verified exposure, and neither should replace assignment in the primary analysis.",
      "topic_cluster": "delivery",
      "original_proposition": "Assignment changed the observed delivery environment without creating clean exposed and unexposed groups: logged receipt was 70.16% assigned versus 24.54% control; recall was 48.61% versus 32.97%. Among returned valid-recall respondents, 65.82% of logged recipients recalled the campaign, while 15.73% without a logged receipt also recalled it.",
      "original_importance": "secondary",
      "review": {
        "decision": "accept",
        "text": "Assignment changed the observed delivery environment without creating clean exposed and unexposed groups: logged receipt was 70.16% assigned versus 24.54% control; recall was 48.61% versus 32.97%. Among returned valid-recall respondents, 65.82% of logged recipients recalled the campaign, while 15.73% without a logged receipt also recalled it.",
        "reason": "",
        "importance": "secondary"
      },
      "evidence": [
        {
          "analysis_id": "analysis_results.json#/tables/receipt_log_by_assignment",
          "values": {
            "analysis_id": "receipt_log_by_assignment",
            "title": "receipt_log by assigned arm",
            "source_variables": [
              "receipt_log",
              "assignment"
            ],
            "universe": "All enrolled within assignment; recall additionally requires returned survey with valid recall",
            "weighting": "weight_base; fixed baseline profile weights, not attrition correction",
            "values": {
              "0": {
                "n_unweighted": 1400,
                "n_weighted": 1387.0575144395,
                "n_eff": 1210.6116200875301,
                "eligible_n": 1400,
                "eligible_weighted_n": 1387.0575144395,
                "eligible_n_eff": 1210.6116200875301,
                "structural_excluded_n": 0,
                "missing_counts": {
                  "97": 0,
                  "98": 0,
                  "99": 0,
                  "unexpected_blank": 0
                },
                "status": "reportable",
                "mean": 0.24544742105043374,
                "distribution_pct": {
                  "0": 75.45525789495663,
                  "1": 24.544742105043373
                },
                "pct": 24.544742105043373
              },
              "1": {
                "n_unweighted": 1400,
                "n_weighted": 1412.9424855410998,
                "n_eff": 1220.3001032310437,
                "eligible_n": 1400,
                "eligible_weighted_n": 1412.9424855410998,
                "eligible_n_eff": 1220.3001032310437,
                "structural_excluded_n": 0,
                "missing_counts": {
                  "97": 0,
                  "98": 0,
                  "99": 0,
                  "unexpected_blank": 0
                },
                "status": "reportable",
                "mean": 0.7015822766902461,
                "distribution_pct": {
                  "0": 29.841772330975402,
                  "1": 70.15822766902461
                },
                "pct": 70.15822766902461
              }
            },
            "chart": {
              "labels": [
                "Control",
                "Assigned"
              ],
              "values": [
                24.544742105043373,
                70.15822766902461
              ],
              "unit": "percent",
              "bases": [
                1400,
                1400
              ]
            }
          }
        },
        {
          "analysis_id": "analysis_results.json#/tables/recall_post_by_assignment",
          "values": {
            "analysis_id": "recall_post_by_assignment",
            "title": "recall_post by assigned arm",
            "source_variables": [
              "recall_post",
              "assignment"
            ],
            "universe": "All enrolled within assignment; recall additionally requires returned survey with valid recall",
            "weighting": "weight_base; fixed baseline profile weights, not attrition correction",
            "values": {
              "0": {
                "n_unweighted": 1014,
                "n_weighted": 991.7474239753,
                "n_eff": 878.1379292614228,
                "eligible_n": 1070,
                "eligible_weighted_n": 1053.8782630085,
                "eligible_n_eff": 923.6573212077367,
                "structural_excluded_n": 330,
                "missing_counts": {
                  "97": 43,
                  "98": 4,
                  "99": 9,
                  "unexpected_blank": 0
                },
                "status": "reportable",
                "mean": 0.3297006988503593,
                "distribution_pct": {
                  "0": 67.02993011496407,
                  "1": 32.97006988503593
                },
                "pct": 32.97006988503593
              },
              "1": {
                "n_unweighted": 973,
                "n_weighted": 974.4280158658,
                "n_eff": 845.7242276861664,
                "eligible_n": 1019,
                "eligible_weighted_n": 1022.6402452136999,
                "eligible_n_eff": 885.2621805817785,
                "structural_excluded_n": 381,
                "missing_counts": {
                  "97": 38,
                  "98": 4,
                  "99": 4,
                  "unexpected_blank": 0
                },
                "status": "reportable",
                "mean": 0.4860900990755517,
                "distribution_pct": {
                  "0": 51.39099009244483,
                  "1": 48.60900990755517
                },
                "pct": 48.60900990755517
              }
            },
            "chart": {
              "labels": [
                "Control",
                "Assigned"
              ],
              "values": [
                32.97006988503593,
                48.60900990755517
              ],
              "unit": "percent",
              "bases": [
                1014,
                973
              ]
            }
          }
        },
        {
          "analysis_id": "analysis_results.json#/tables/log_recall_concordance",
          "values": {
            "analysis_id": "log_recall_concordance",
            "title": "Receipt and recall disagree",
            "source_variables": [
              "receipt_log",
              "recall_post"
            ],
            "universe": "Returned households with valid recall; separate conditional bases",
            "weighting": "weight_base; fixed baseline profile weights, not attrition correction",
            "values": {
              "recall_by_receipt": {
                "0": {
                  "n_unweighted": 939,
                  "n_weighted": 985.1517221882,
                  "n_eff": 816.5370566200193,
                  "eligible_n": 939,
                  "eligible_weighted_n": 985.1517221882,
                  "eligible_n_eff": 816.5370566200193,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0.1572901958805062,
                  "distribution_pct": {
                    "0": 84.27098041194938,
                    "1": 15.729019588050619
                  },
                  "pct": 15.729019588050619
                },
                "1": {
                  "n_unweighted": 1048,
                  "n_weighted": 981.0237176528999,
                  "n_eff": 912.9372000002899,
                  "eligible_n": 1048,
                  "eligible_weighted_n": 981.0237176528999,
                  "eligible_n_eff": 912.9372000002899,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0.6581746297955993,
                  "distribution_pct": {
                    "0": 34.18253702044007,
                    "1": 65.81746297955992
                  },
                  "pct": 65.81746297955992
                }
              },
              "receipt_among_recallers": {
                "n_unweighted": 891,
                "n_weighted": 800.6396295418999,
                "n_eff": 781.7615016099128,
                "eligible_n": 891,
                "eligible_weighted_n": 800.6396295418999,
                "eligible_n_eff": 781.7615016099128,
                "structural_excluded_n": 0,
                "missing_counts": {
                  "97": 0,
                  "98": 0,
                  "99": 0,
                  "unexpected_blank": 0
                },
                "status": "reportable",
                "mean": 0.8064613570981243,
                "distribution_pct": {
                  "0": 19.353864290187587,
                  "1": 80.6461357098124
                },
                "pct": 80.6461357098124
              }
            }
          }
        }
      ]
    },
    {
      "model_finding_id": "F4",
      "proposition": "Large recipient and recaller consideration gaps should not be sold as campaign lift. Logged recipients led nonrecipients by 19.12 points at follow-up, but already led by 19.15 at baseline. Recallers led by 37.24 points at follow-up and 32.35 at baseline.",
      "evidence_refs": [
        "analysis_results.json#/tables/OBS_receipt_log",
        "analysis_results.json#/tables/OBS_recall_post"
      ],
      "importance": "primary",
      "claim_strength": "Descriptive association with substantial pre-existing differences, not a causal receipt or recall effect.",
      "qualification": "Receipt/no-receipt pair bases: N=1037/944, weighted N=970.04/1003.75, ESS=903.73/820.43. Recall/no-recall bases: N=844/1040, weighted N=760.65/1107.13, ESS=741.87/906.03; 97 consideration pairs lack valid recall. Each comparison uses the same people at both waves. Recall was measured after outcomes.",
      "topic_cluster": "exposure_selection",
      "original_proposition": "Large recipient and recaller consideration gaps should not be sold as campaign lift. Logged recipients led nonrecipients by 19.12 points at follow-up, but already led by 19.15 at baseline. Recallers led by 37.24 points at follow-up and 32.35 at baseline.",
      "original_importance": "primary",
      "review": {
        "decision": "accept",
        "text": "Large recipient and recaller consideration gaps should not be sold as campaign lift. Logged recipients led nonrecipients by 19.12 points at follow-up, but already led by 19.15 at baseline. Recallers led by 37.24 points at follow-up and 32.35 at baseline.",
        "reason": "",
        "importance": "primary"
      },
      "evidence": [
        {
          "analysis_id": "analysis_results.json#/tables/OBS_receipt_log",
          "values": {
            "analysis_id": "OBS_receipt_log",
            "title": "Consideration by receipt_log on the same pairs",
            "source_variables": [
              "receipt_log",
              "consideration_pre",
              "consideration_post"
            ],
            "universe": "Valid consideration pairs; additionally valid recall for recall grouping",
            "weighting": "weight_base; fixed baseline profile weights, not attrition correction",
            "values": {
              "groups": {
                "0": {
                  "n_unweighted": 944,
                  "n_weighted": 1003.7461261092999,
                  "n_eff": 820.4335758660733,
                  "eligible_n": 944,
                  "eligible_weighted_n": 1003.7461261092999,
                  "eligible_n_eff": 820.4335758660733,
                  "returned_n": 944,
                  "pair_n": 944,
                  "excluded_pair_n": 0,
                  "status": "reportable",
                  "pre_missing_counts": {
                    "97": 0,
                    "98": 0,
                    "99": 0,
                    "structural_blank": 0
                  },
                  "post_missing_counts": {
                    "97": 0,
                    "98": 0,
                    "99": 0,
                    "structural_blank": 0
                  },
                  "pre_distribution_pct": {
                    "1": 27.63602317106167,
                    "2": 25.3339817298194,
                    "3": 26.3348883748435,
                    "4": 13.63779270578165,
                    "5": 7.0573140184937895
                  },
                  "post_distribution_pct": {
                    "1": 25.840422993419004,
                    "2": 22.52731299727852,
                    "3": 22.561732678233028,
                    "4": 17.19009145449108,
                    "5": 11.880439876578382
                  },
                  "pre_pct": 20.69510672427544,
                  "post_pct": 29.07053133106946,
                  "change_pp": 8.375424606794017,
                  "variance_change": 0.00014089621955481424
                },
                "1": {
                  "n_unweighted": 1037,
                  "n_weighted": 970.0373206513999,
                  "n_eff": 903.7302548991861,
                  "eligible_n": 1037,
                  "eligible_weighted_n": 970.0373206513999,
                  "eligible_n_eff": 903.7302548991861,
                  "returned_n": 1037,
                  "pair_n": 1037,
                  "excluded_pair_n": 0,
                  "status": "reportable",
                  "pre_missing_counts": {
                    "97": 0,
                    "98": 0,
                    "99": 0,
                    "structural_blank": 0
                  },
                  "post_missing_counts": {
                    "97": 0,
                    "98": 0,
                    "99": 0,
                    "structural_blank": 0
                  },
                  "pre_distribution_pct": {
                    "1": 13.756609708314052,
                    "2": 18.744390140896748,
                    "3": 27.654424604144,
                    "4": 21.65652190613959,
                    "5": 18.188053640505608
                  },
                  "post_distribution_pct": {
                    "1": 10.264966877587142,
                    "2": 16.91228650784625,
                    "3": 24.633429023569718,
                    "4": 23.757676486049267,
                    "5": 24.431641104947623
                  },
                  "pre_pct": 39.8445755466452,
                  "post_pct": 48.18931759099689,
                  "change_pp": 8.34474204435169,
                  "variance_change": 0.00016618515664950195
                }
              },
              "pre_gap_pp": 19.149468822369762,
              "post_gap_pp": 19.118786259927433,
              "eligible_pair_n": 1981,
              "valid_group_pair_n": 1981,
              "excluded_group_n": 0,
              "claim_limit": "Observational grouping on the same consideration pairs. Not a random-assignment effect."
            },
            "chart": {
              "labels": [
                "Baseline group gap",
                "Follow-up group gap"
              ],
              "values": [
                19.149468822369762,
                19.118786259927433
              ],
              "unit": "percentage_points",
              "bases": []
            }
          }
        },
        {
          "analysis_id": "analysis_results.json#/tables/OBS_recall_post",
          "values": {
            "analysis_id": "OBS_recall_post",
            "title": "Consideration by recall_post on the same pairs",
            "source_variables": [
              "recall_post",
              "consideration_pre",
              "consideration_post"
            ],
            "universe": "Valid consideration pairs; additionally valid recall for recall grouping",
            "weighting": "weight_base; fixed baseline profile weights, not attrition correction",
            "values": {
              "groups": {
                "0": {
                  "n_unweighted": 1040,
                  "n_weighted": 1107.1277489968002,
                  "n_eff": 906.034875457685,
                  "eligible_n": 1040,
                  "eligible_weighted_n": 1107.1277489968002,
                  "eligible_n_eff": 906.034875457685,
                  "returned_n": 1040,
                  "pair_n": 1040,
                  "excluded_pair_n": 0,
                  "status": "reportable",
                  "pre_missing_counts": {
                    "97": 0,
                    "98": 0,
                    "99": 0,
                    "structural_blank": 0
                  },
                  "post_missing_counts": {
                    "97": 0,
                    "98": 0,
                    "99": 0,
                    "structural_blank": 0
                  },
                  "pre_distribution_pct": {
                    "1": 29.986005982310488,
                    "2": 27.135584479896206,
                    "3": 25.66810775605637,
                    "4": 11.840166517105235,
                    "5": 5.370135264631673
                  },
                  "post_distribution_pct": {
                    "1": 26.13242608274975,
                    "2": 25.028955684562188,
                    "3": 25.575414861651925,
                    "4": 14.211554394022757,
                    "5": 9.051648977013368
                  },
                  "pre_pct": 17.210301781736906,
                  "post_pct": 23.263203371036127,
                  "change_pp": 6.0529015892992195,
                  "variance_change": 0.00010817420258311798
                },
                "1": {
                  "n_unweighted": 844,
                  "n_weighted": 760.646854569,
                  "n_eff": 741.868862757701,
                  "eligible_n": 844,
                  "eligible_weighted_n": 760.646854569,
                  "eligible_n_eff": 741.868862757701,
                  "returned_n": 844,
                  "pair_n": 844,
                  "excluded_pair_n": 0,
                  "status": "reportable",
                  "pre_missing_counts": {
                    "97": 0,
                    "98": 0,
                    "99": 0,
                    "structural_blank": 0
                  },
                  "post_missing_counts": {
                    "97": 0,
                    "98": 0,
                    "99": 0,
                    "structural_blank": 0
                  },
                  "pre_distribution_pct": {
                    "1": 7.427926757340549,
                    "2": 14.780584500688473,
                    "3": 28.23395207553817,
                    "4": 25.982637251867047,
                    "5": 23.574899414565753
                  },
                  "post_distribution_pct": {
                    "1": 6.557559445291217,
                    "2": 12.100545116452674,
                    "3": 20.841196129184752,
                    "4": 28.643965820282723,
                    "5": 31.856733488788635
                  },
                  "pre_pct": 49.55753666643281,
                  "post_pct": 60.50069930907135,
                  "change_pp": 10.943162642638551,
                  "variance_change": 0.00023716638869664318
                }
              },
              "pre_gap_pp": 32.34723488469591,
              "post_gap_pp": 37.237495938035224,
              "eligible_pair_n": 1981,
              "valid_group_pair_n": 1884,
              "excluded_group_n": 97,
              "claim_limit": "Observational grouping on the same consideration pairs. Not a random-assignment effect."
            },
            "chart": {
              "labels": [
                "Baseline group gap",
                "Follow-up group gap"
              ],
              "values": [
                32.34723488469591,
                37.237495938035224
              ],
              "unit": "percentage_points",
              "bases": []
            }
          }
        }
      ]
    }
  ],
  "cited_tables": [
    {
      "analysis_id": "analysis_results.json#/tables/receipt_log_by_assignment",
      "values": {
        "analysis_id": "receipt_log_by_assignment",
        "title": "receipt_log by assigned arm",
        "source_variables": [
          "receipt_log",
          "assignment"
        ],
        "universe": "All enrolled within assignment; recall additionally requires returned survey with valid recall",
        "weighting": "weight_base; fixed baseline profile weights, not attrition correction",
        "values": {
          "0": {
            "n_unweighted": 1400,
            "n_weighted": 1387.0575144395,
            "n_eff": 1210.6116200875301,
            "eligible_n": 1400,
            "eligible_weighted_n": 1387.0575144395,
            "eligible_n_eff": 1210.6116200875301,
            "structural_excluded_n": 0,
            "missing_counts": {
              "97": 0,
              "98": 0,
              "99": 0,
              "unexpected_blank": 0
            },
            "status": "reportable",
            "mean": 0.24544742105043374,
            "distribution_pct": {
              "0": 75.45525789495663,
              "1": 24.544742105043373
            },
            "pct": 24.544742105043373
          },
          "1": {
            "n_unweighted": 1400,
            "n_weighted": 1412.9424855410998,
            "n_eff": 1220.3001032310437,
            "eligible_n": 1400,
            "eligible_weighted_n": 1412.9424855410998,
            "eligible_n_eff": 1220.3001032310437,
            "structural_excluded_n": 0,
            "missing_counts": {
              "97": 0,
              "98": 0,
              "99": 0,
              "unexpected_blank": 0
            },
            "status": "reportable",
            "mean": 0.7015822766902461,
            "distribution_pct": {
              "0": 29.841772330975402,
              "1": 70.15822766902461
            },
            "pct": 70.15822766902461
          }
        },
        "chart": {
          "labels": [
            "Control",
            "Assigned"
          ],
          "values": [
            24.544742105043373,
            70.15822766902461
          ],
          "unit": "percent",
          "bases": [
            1400,
            1400
          ]
        }
      }
    },
    {
      "analysis_id": "analysis_results.json#/tables/recall_post_by_assignment",
      "values": {
        "analysis_id": "recall_post_by_assignment",
        "title": "recall_post by assigned arm",
        "source_variables": [
          "recall_post",
          "assignment"
        ],
        "universe": "All enrolled within assignment; recall additionally requires returned survey with valid recall",
        "weighting": "weight_base; fixed baseline profile weights, not attrition correction",
        "values": {
          "0": {
            "n_unweighted": 1014,
            "n_weighted": 991.7474239753,
            "n_eff": 878.1379292614228,
            "eligible_n": 1070,
            "eligible_weighted_n": 1053.8782630085,
            "eligible_n_eff": 923.6573212077367,
            "structural_excluded_n": 330,
            "missing_counts": {
              "97": 43,
              "98": 4,
              "99": 9,
              "unexpected_blank": 0
            },
            "status": "reportable",
            "mean": 0.3297006988503593,
            "distribution_pct": {
              "0": 67.02993011496407,
              "1": 32.97006988503593
            },
            "pct": 32.97006988503593
          },
          "1": {
            "n_unweighted": 973,
            "n_weighted": 974.4280158658,
            "n_eff": 845.7242276861664,
            "eligible_n": 1019,
            "eligible_weighted_n": 1022.6402452136999,
            "eligible_n_eff": 885.2621805817785,
            "structural_excluded_n": 381,
            "missing_counts": {
              "97": 38,
              "98": 4,
              "99": 4,
              "unexpected_blank": 0
            },
            "status": "reportable",
            "mean": 0.4860900990755517,
            "distribution_pct": {
              "0": 51.39099009244483,
              "1": 48.60900990755517
            },
            "pct": 48.60900990755517
          }
        },
        "chart": {
          "labels": [
            "Control",
            "Assigned"
          ],
          "values": [
            32.97006988503593,
            48.60900990755517
          ],
          "unit": "percent",
          "bases": [
            1014,
            973
          ]
        }
      }
    },
    {
      "analysis_id": "analysis_results.json#/tables/log_recall_concordance",
      "values": {
        "analysis_id": "log_recall_concordance",
        "title": "Receipt and recall disagree",
        "source_variables": [
          "receipt_log",
          "recall_post"
        ],
        "universe": "Returned households with valid recall; separate conditional bases",
        "weighting": "weight_base; fixed baseline profile weights, not attrition correction",
        "values": {
          "recall_by_receipt": {
            "0": {
              "n_unweighted": 939,
              "n_weighted": 985.1517221882,
              "n_eff": 816.5370566200193,
              "eligible_n": 939,
              "eligible_weighted_n": 985.1517221882,
              "eligible_n_eff": 816.5370566200193,
              "structural_excluded_n": 0,
              "missing_counts": {
                "97": 0,
                "98": 0,
                "99": 0,
                "unexpected_blank": 0
              },
              "status": "reportable",
              "mean": 0.1572901958805062,
              "distribution_pct": {
                "0": 84.27098041194938,
                "1": 15.729019588050619
              },
              "pct": 15.729019588050619
            },
            "1": {
              "n_unweighted": 1048,
              "n_weighted": 981.0237176528999,
              "n_eff": 912.9372000002899,
              "eligible_n": 1048,
              "eligible_weighted_n": 981.0237176528999,
              "eligible_n_eff": 912.9372000002899,
              "structural_excluded_n": 0,
              "missing_counts": {
                "97": 0,
                "98": 0,
                "99": 0,
                "unexpected_blank": 0
              },
              "status": "reportable",
              "mean": 0.6581746297955993,
              "distribution_pct": {
                "0": 34.18253702044007,
                "1": 65.81746297955992
              },
              "pct": 65.81746297955992
            }
          },
          "receipt_among_recallers": {
            "n_unweighted": 891,
            "n_weighted": 800.6396295418999,
            "n_eff": 781.7615016099128,
            "eligible_n": 891,
            "eligible_weighted_n": 800.6396295418999,
            "eligible_n_eff": 781.7615016099128,
            "structural_excluded_n": 0,
            "missing_counts": {
              "97": 0,
              "98": 0,
              "99": 0,
              "unexpected_blank": 0
            },
            "status": "reportable",
            "mean": 0.8064613570981243,
            "distribution_pct": {
              "0": 19.353864290187587,
              "1": 80.6461357098124
            },
            "pct": 80.6461357098124
          }
        }
      }
    },
    {
      "analysis_id": "analysis_results.json#/tables/OBS_receipt_log",
      "values": {
        "analysis_id": "OBS_receipt_log",
        "title": "Consideration by receipt_log on the same pairs",
        "source_variables": [
          "receipt_log",
          "consideration_pre",
          "consideration_post"
        ],
        "universe": "Valid consideration pairs; additionally valid recall for recall grouping",
        "weighting": "weight_base; fixed baseline profile weights, not attrition correction",
        "values": {
          "groups": {
            "0": {
              "n_unweighted": 944,
              "n_weighted": 1003.7461261092999,
              "n_eff": 820.4335758660733,
              "eligible_n": 944,
              "eligible_weighted_n": 1003.7461261092999,
              "eligible_n_eff": 820.4335758660733,
              "returned_n": 944,
              "pair_n": 944,
              "excluded_pair_n": 0,
              "status": "reportable",
              "pre_missing_counts": {
                "97": 0,
                "98": 0,
                "99": 0,
                "structural_blank": 0
              },
              "post_missing_counts": {
                "97": 0,
                "98": 0,
                "99": 0,
                "structural_blank": 0
              },
              "pre_distribution_pct": {
                "1": 27.63602317106167,
                "2": 25.3339817298194,
                "3": 26.3348883748435,
                "4": 13.63779270578165,
                "5": 7.0573140184937895
              },
              "post_distribution_pct": {
                "1": 25.840422993419004,
                "2": 22.52731299727852,
                "3": 22.561732678233028,
                "4": 17.19009145449108,
                "5": 11.880439876578382
              },
              "pre_pct": 20.69510672427544,
              "post_pct": 29.07053133106946,
              "change_pp": 8.375424606794017,
              "variance_change": 0.00014089621955481424
            },
            "1": {
              "n_unweighted": 1037,
              "n_weighted": 970.0373206513999,
              "n_eff": 903.7302548991861,
              "eligible_n": 1037,
              "eligible_weighted_n": 970.0373206513999,
              "eligible_n_eff": 903.7302548991861,
              "returned_n": 1037,
              "pair_n": 1037,
              "excluded_pair_n": 0,
              "status": "reportable",
              "pre_missing_counts": {
                "97": 0,
                "98": 0,
                "99": 0,
                "structural_blank": 0
              },
              "post_missing_counts": {
                "97": 0,
                "98": 0,
                "99": 0,
                "structural_blank": 0
              },
              "pre_distribution_pct": {
                "1": 13.756609708314052,
                "2": 18.744390140896748,
                "3": 27.654424604144,
                "4": 21.65652190613959,
                "5": 18.188053640505608
              },
              "post_distribution_pct": {
                "1": 10.264966877587142,
                "2": 16.91228650784625,
                "3": 24.633429023569718,
                "4": 23.757676486049267,
                "5": 24.431641104947623
              },
              "pre_pct": 39.8445755466452,
              "post_pct": 48.18931759099689,
              "change_pp": 8.34474204435169,
              "variance_change": 0.00016618515664950195
            }
          },
          "pre_gap_pp": 19.149468822369762,
          "post_gap_pp": 19.118786259927433,
          "eligible_pair_n": 1981,
          "valid_group_pair_n": 1981,
          "excluded_group_n": 0,
          "claim_limit": "Observational grouping on the same consideration pairs. Not a random-assignment effect."
        },
        "chart": {
          "labels": [
            "Baseline group gap",
            "Follow-up group gap"
          ],
          "values": [
            19.149468822369762,
            19.118786259927433
          ],
          "unit": "percentage_points",
          "bases": []
        }
      }
    },
    {
      "analysis_id": "analysis_results.json#/tables/OBS_recall_post",
      "values": {
        "analysis_id": "OBS_recall_post",
        "title": "Consideration by recall_post on the same pairs",
        "source_variables": [
          "recall_post",
          "consideration_pre",
          "consideration_post"
        ],
        "universe": "Valid consideration pairs; additionally valid recall for recall grouping",
        "weighting": "weight_base; fixed baseline profile weights, not attrition correction",
        "values": {
          "groups": {
            "0": {
              "n_unweighted": 1040,
              "n_weighted": 1107.1277489968002,
              "n_eff": 906.034875457685,
              "eligible_n": 1040,
              "eligible_weighted_n": 1107.1277489968002,
              "eligible_n_eff": 906.034875457685,
              "returned_n": 1040,
              "pair_n": 1040,
              "excluded_pair_n": 0,
              "status": "reportable",
              "pre_missing_counts": {
                "97": 0,
                "98": 0,
                "99": 0,
                "structural_blank": 0
              },
              "post_missing_counts": {
                "97": 0,
                "98": 0,
                "99": 0,
                "structural_blank": 0
              },
              "pre_distribution_pct": {
                "1": 29.986005982310488,
                "2": 27.135584479896206,
                "3": 25.66810775605637,
                "4": 11.840166517105235,
                "5": 5.370135264631673
              },
              "post_distribution_pct": {
                "1": 26.13242608274975,
                "2": 25.028955684562188,
                "3": 25.575414861651925,
                "4": 14.211554394022757,
                "5": 9.051648977013368
              },
              "pre_pct": 17.210301781736906,
              "post_pct": 23.263203371036127,
              "change_pp": 6.0529015892992195,
              "variance_change": 0.00010817420258311798
            },
            "1": {
              "n_unweighted": 844,
              "n_weighted": 760.646854569,
              "n_eff": 741.868862757701,
              "eligible_n": 844,
              "eligible_weighted_n": 760.646854569,
              "eligible_n_eff": 741.868862757701,
              "returned_n": 844,
              "pair_n": 844,
              "excluded_pair_n": 0,
              "status": "reportable",
              "pre_missing_counts": {
                "97": 0,
                "98": 0,
                "99": 0,
                "structural_blank": 0
              },
              "post_missing_counts": {
                "97": 0,
                "98": 0,
                "99": 0,
                "structural_blank": 0
              },
              "pre_distribution_pct": {
                "1": 7.427926757340549,
                "2": 14.780584500688473,
                "3": 28.23395207553817,
                "4": 25.982637251867047,
                "5": 23.574899414565753
              },
              "post_distribution_pct": {
                "1": 6.557559445291217,
                "2": 12.100545116452674,
                "3": 20.841196129184752,
                "4": 28.643965820282723,
                "5": 31.856733488788635
              },
              "pre_pct": 49.55753666643281,
              "post_pct": 60.50069930907135,
              "change_pp": 10.943162642638551,
              "variance_change": 0.00023716638869664318
            }
          },
          "pre_gap_pp": 32.34723488469591,
          "post_gap_pp": 37.237495938035224,
          "eligible_pair_n": 1981,
          "valid_group_pair_n": 1884,
          "excluded_group_n": 97,
          "claim_limit": "Observational grouping on the same consideration pairs. Not a random-assignment effect."
        },
        "chart": {
          "labels": [
            "Baseline group gap",
            "Follow-up group gap"
          ],
          "values": [
            32.34723488469591,
            37.237495938035224
          ],
          "unit": "percentage_points",
          "bases": []
        }
      }
    }
  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"study_id": "SBT-005",
  "source_sha256": "5cc0283b7175366381162dea853bb107f72daee2ccbf7f24523c73b65b2af83c",
  "analysis_sha256": "180a9870768a4bfe9cc1817408bb60ec0e8a014da780fbaa0e32f39efa2eea36",
  "approved_at": "2026-09-22T06:32:29.699Z",
  "universe": "All enrolled; valid baseline stress",
  "review_record": {
    "findings": {
      "F1": {
        "decision": "accept",
        "text": "Assignment supports an awareness benefit among observed pairs: awareness rose 27.93 percentage points in the assigned arm versus 14.33 in control, an additional 13.59 points (95% CI 9.52–17.66; Holm p=1.81e-10). [software QA edit]",
        "reason": "Software QA: verify original wording survives a revision. No human assessment.",
        "importance": "primary"
      },
      "F2": {
        "decision": "accept",
        "text": "The study does not establish incremental consideration or reported use. Consideration rose 8.356 points assigned versus 8.364 control: contrast −0.008 points (95% CI −3.44 to 3.42; Holm p=.996). Usage rose 2.61 versus 3.59 points: contrast −0.98 (−2.70 to 0.74; Holm p=.528).",
        "reason": "",
        "importance": "primary"
      },
      "F3": {
        "decision": "accept",
        "text": "Attrition materially limits interpretation: 1019 assigned and 1070 control households returned, with weighted return rates of 72.38% and 75.98%. Returners had higher baseline consideration (30.13% versus 21.99%), higher digital confidence (46.34% versus 36.56%), and lower high budget pressure (33.68% versus 49.20%) than nonreturners.",
        "reason": "",
        "importance": "primary"
      },
      "F4": {
        "decision": "accept",
        "text": "Large recipient and recaller consideration gaps should not be sold as campaign lift. Logged recipients led nonrecipients by 19.12 points at follow-up, but already led by 19.15 at baseline. Recallers led by 37.24 points at follow-up and 32.35 at baseline.",
        "reason": "",
        "importance": "primary"
      },
      "F5": {
        "decision": "accept",
        "text": "Assignment changed the observed delivery environment without creating clean exposed and unexposed groups: logged receipt was 70.16% assigned versus 24.54% control; recall was 48.61% versus 32.97%. Among returned valid-recall respondents, 65.82% of logged recipients recalled the campaign, while 15.73% without a logged receipt also recalled it.",
        "reason": "",
        "importance": "secondary"
      },
      "F6": {
        "decision": "accept",
        "text": "Households with children have a stronger observed need, but superior campaign responsiveness is unestablished. Very/extremely stressful meal planning was reported by 56.48% with children versus 36.56% without. Children-household assignment contrasts were +10.15 points awareness, +2.95 consideration and +0.91 usage; none of the children-versus-no-children interactions survived Holm adjustment.",
        "reason": "",
        "importance": "secondary"
      },
      "F7": {
        "decision": "accept",
        "text": "Selected recallers generally rated the message positively: agreement was 76.74% for clarity, 75.90% for believability and 70.52% for relevance. Relevance is a reasonable creative-test hypothesis, but its numerical ranking does not prove it is weaker or that improving it would increase usage.",
        "reason": "",
        "importance": "secondary"
      },
      "F8": {
        "decision": "accept",
        "text": "The evidence supports a further controlled test with an explicit awareness objective and a separately powered downstream question; it does not yet support a sales, ROI or superior-targeting claim. Improve follow-up retention, prespecify a meaningful consideration/use threshold, and retain households with children as a planned audience rather than declaring them campaign winners.",
        "reason": "",
        "importance": "primary"
      }
    },
    "beats": {
      "1": {
        "include": true,
        "title": "Lead with the decision: awareness improved beyond control; downstream benefit remains unestablished.",
        "order": 1
      },
      "2": {
        "include": true,
        "title": "Define who the result describes before extending it.",
        "order": 2
      },
      "3": {
        "include": true,
        "title": "Separate delivery, memory and pre-existing affinity from assignment effects.",
        "order": 3
      },
      "4": {
        "include": true,
        "title": "Use audience needs and message ratings to formulate the next hypotheses.",
        "order": 4
      },
      "5": {
        "include": true,
        "title": "Recommend a focused follow-up experiment with better outcome recovery.",
        "order": 5
      }
    },
    "missed": "",
    "minutes": "",
    "notes": "SOFTWARE QA ONLY. Acceptance here tests export mechanics and is not substantive researcher approval.",
    "approved": true,
    "started_at": "2026-09-22T06:32:29.526Z",
    "approved_at": "2026-09-22T06:32:29.699Z"
  },
  "preparation_review": {
    "baseline": "SOFTWARE QA ONLY: check the preparation/review/export loop. This is not an independent researcher assessment.",
    "prepared": true,
    "revisedEvidence": null,
    "revision": 0
  },
  "qualifications": "Stress valid N=1060 with children and 1686 without; weighted N=950.38/1791.67, ESS=958.69/1451.12. Interaction estimates were −5.07 awareness, +4.27 consideration and +2.81 usage points; respective 95% CIs were [−13.46,3.32], [−2.95,11.48], [−0.98,6.59], with Holm p=.472/.472/.438. Four-cell eligible and paired bases are in children_need_and_heterogeneity. Numerical subgroup leads do not establish targeting superiority. Eligible recallers N=891, weighted N=800.64, ESS=781.76; valid item N=852–862. Full distributions and exact bases are retained in selected_recaller_diagnostics. Pairwise correlations of .504–.544 describe shared ratings, not independent causal drivers; nonrecallers were not asked.",
  "chart_table": "tables.children_stress",
  "original_beat": {
    "order": 4,
    "finding_refs": [
      "F6",
      "F7"
    ],
    "headline_intent": "Use audience needs and message ratings to formulate the next hypotheses.",
    "analytical_relationship": "Distinguish descriptive need and selected-recaller impressions from tested differential effectiveness or causal mechanisms.",
    "original_order": 4,
    "original_headline_intent": "Use audience needs and message ratings to formulate the next hypotheses."
  },
  "findings": [
    {
      "model_finding_id": "F6",
      "proposition": "Households with children have a stronger observed need, but superior campaign responsiveness is unestablished. Very/extremely stressful meal planning was reported by 56.48% with children versus 36.56% without. Children-household assignment contrasts were +10.15 points awareness, +2.95 consideration and +0.91 usage; none of the children-versus-no-children interactions survived Holm adjustment.",
      "evidence_refs": [
        "analysis_results.json#/tables/children_stress",
        "analysis_results.json#/tables/HET_awareness",
        "analysis_results.json#/tables/HET_consideration",
        "analysis_results.json#/tables/HET_usage"
      ],
      "importance": "secondary",
      "claim_strength": "Descriptive audience need; no supported differential response in the prespecified interaction family.",
      "qualification": "Stress valid N=1060 with children and 1686 without; weighted N=950.38/1791.67, ESS=958.69/1451.12. Interaction estimates were −5.07 awareness, +4.27 consideration and +2.81 usage points; respective 95% CIs were [−13.46,3.32], [−2.95,11.48], [−0.98,6.59], with Holm p=.472/.472/.438. Four-cell eligible and paired bases are in children_need_and_heterogeneity. Numerical subgroup leads do not establish targeting superiority.",
      "topic_cluster": "priority_audience",
      "original_proposition": "Households with children have a stronger observed need, but superior campaign responsiveness is unestablished. Very/extremely stressful meal planning was reported by 56.48% with children versus 36.56% without. Children-household assignment contrasts were +10.15 points awareness, +2.95 consideration and +0.91 usage; none of the children-versus-no-children interactions survived Holm adjustment.",
      "original_importance": "secondary",
      "review": {
        "decision": "accept",
        "text": "Households with children have a stronger observed need, but superior campaign responsiveness is unestablished. Very/extremely stressful meal planning was reported by 56.48% with children versus 36.56% without. Children-household assignment contrasts were +10.15 points awareness, +2.95 consideration and +0.91 usage; none of the children-versus-no-children interactions survived Holm adjustment.",
        "reason": "",
        "importance": "secondary"
      },
      "evidence": [
        {
          "analysis_id": "analysis_results.json#/tables/children_stress",
          "values": {
            "analysis_id": "children_stress",
            "title": "Baseline meal-planning stress by children",
            "source_variables": [
              "meal_stress_pre",
              "children_under18"
            ],
            "universe": "All enrolled; valid baseline stress",
            "weighting": "weight_base; fixed baseline profile weights, not attrition correction",
            "values": {
              "0": {
                "n_unweighted": 1686,
                "n_weighted": 1791.6666996731,
                "n_eff": 1451.1215600674082,
                "eligible_n": 1710,
                "eligible_weighted_n": 1820.4911434832002,
                "eligible_n_eff": 1471.7392670152533,
                "structural_excluded_n": 0,
                "missing_counts": {
                  "97": 17,
                  "98": 4,
                  "99": 3,
                  "unexpected_blank": 0
                },
                "status": "reportable",
                "mean": 2.990612618475094,
                "distribution_pct": {
                  "1": 14.396132763513489,
                  "2": 21.50920330996349,
                  "3": 27.530568311003233,
                  "4": 23.76546054653967,
                  "5": 12.798635068980117
                },
                "top2_pct": 36.56409561551979
              },
              "1": {
                "n_unweighted": 1060,
                "n_weighted": 950.3831068824999,
                "n_eff": 958.6897026757993,
                "eligible_n": 1090,
                "eligible_weighted_n": 979.5088564974,
                "eligible_n_eff": 985.7256090113249,
                "structural_excluded_n": 0,
                "missing_counts": {
                  "97": 16,
                  "98": 6,
                  "99": 8,
                  "unexpected_blank": 0
                },
                "status": "reportable",
                "mean": 3.627203484000055,
                "distribution_pct": {
                  "1": 6.469562558302264,
                  "2": 12.023638693088404,
                  "3": 25.023732319939363,
                  "4": 25.283020647641578,
                  "5": 31.20004578102839
                },
                "top2_pct": 56.48306642866997
              }
            },
            "chart": {
              "labels": [
                "No children under 18",
                "Children under 18"
              ],
              "values": [
                2.990612618475094,
                3.627203484000055
              ],
              "unit": "mean",
              "bases": []
            }
          }
        },
        {
          "analysis_id": "analysis_results.json#/tables/HET_awareness",
          "values": {
            "analysis_id": "HET_awareness",
            "title": "Children interaction in assignment change for awareness",
            "source_variables": [
              "awareness_pre",
              "awareness_post",
              "children_under18",
              "assignment"
            ],
            "universe": "Endpoint-specific pairs; four disjoint assignment × children cells",
            "weighting": "weight_base; fixed baseline profile weights, not attrition correction",
            "values": {
              "groups": {
                "0": {
                  "arms": {
                    "0": {
                      "n_unweighted": 666,
                      "n_weighted": 692.7804265389,
                      "n_eff": 568.9455653074521,
                      "eligible_n": 874,
                      "eligible_weighted_n": 922.522697878,
                      "eligible_n_eff": 748.5739252513517,
                      "returned_n": 699,
                      "pair_n": 666,
                      "excluded_pair_n": 208,
                      "status": "reportable",
                      "pre_missing_counts": {
                        "97": 11,
                        "98": 2,
                        "99": 8,
                        "structural_blank": 0
                      },
                      "post_missing_counts": {
                        "97": 10,
                        "98": 5,
                        "99": 2,
                        "structural_blank": 175
                      },
                      "pre_distribution_pct": {
                        "0": 67.72921769047026,
                        "1": 32.270782309529736
                      },
                      "post_distribution_pct": {
                        "0": 54.34093282035898,
                        "1": 45.65906717964103
                      },
                      "pre_pct": 32.270782309529736,
                      "post_pct": 45.65906717964103,
                      "change_pp": 13.388284870111288,
                      "variance_change": 0.00023933554125228323
                    },
                    "1": {
                      "n_unweighted": 591,
                      "n_weighted": 630.999039816,
                      "n_eff": 510.0523295318443,
                      "eligible_n": 836,
                      "eligible_weighted_n": 897.9684456052,
                      "eligible_n_eff": 723.1861793319956,
                      "returned_n": 631,
                      "pair_n": 591,
                      "excluded_pair_n": 245,
                      "status": "reportable",
                      "pre_missing_counts": {
                        "97": 16,
                        "98": 6,
                        "99": 9,
                        "structural_blank": 0
                      },
                      "post_missing_counts": {
                        "97": 11,
                        "98": 6,
                        "99": 3,
                        "structural_blank": 205
                      },
                      "pre_distribution_pct": {
                        "0": 73.16189046343365,
                        "1": 26.83810953656634
                      },
                      "post_distribution_pct": {
                        "0": 44.54541607140378,
                        "1": 55.454583928596215
                      },
                      "pre_pct": 26.83810953656635,
                      "post_pct": 55.454583928596215,
                      "change_pp": 28.61647439202987,
                      "variance_change": 0.00044607799575541586
                    }
                  },
                  "status": "reportable",
                  "estimate_pp": 15.22818952191858,
                  "se_pp": 2.6180403683054605,
                  "ci95_pp": [
                    10.0969246899679,
                    20.35945435386926
                  ],
                  "p_raw": 6.004346554082561e-9,
                  "interval_scope": "Pointwise, not simultaneous; fixed-weight normal approximation"
                },
                "1": {
                  "arms": {
                    "0": {
                      "n_unweighted": 350,
                      "n_weighted": 307.0122880181,
                      "n_eff": 317.67668906877134,
                      "eligible_n": 526,
                      "eligible_weighted_n": 464.53481656149995,
                      "eligible_n_eff": 477.07134297794,
                      "returned_n": 371,
                      "pair_n": 350,
                      "excluded_pair_n": 176,
                      "status": "reportable",
                      "pre_missing_counts": {
                        "97": 6,
                        "98": 3,
                        "99": 3,
                        "structural_blank": 0
                      },
                      "post_missing_counts": {
                        "97": 5,
                        "98": 3,
                        "99": 4,
                        "structural_blank": 155
                      },
                      "pre_distribution_pct": {
                        "0": 70.66716824416136,
                        "1": 29.33283175583863
                      },
                      "post_distribution_pct": {
                        "0": 54.19829992885825,
                        "1": 45.801700071141745
                      },
                      "pre_pct": 29.33283175583863,
                      "post_pct": 45.801700071141745,
                      "change_pp": 16.468868315303112,
                      "variance_change": 0.0004517023129893159
                    },
                    "1": {
                      "n_unweighted": 369,
                      "n_weighted": 334.20650732629997,
                      "n_eff": 332.53877774744524,
                      "eligible_n": 564,
                      "eligible_weighted_n": 514.9740399359,
                      "eligible_n_eff": 509.0142739924418,
                      "returned_n": 388,
                      "pair_n": 369,
                      "excluded_pair_n": 195,
                      "status": "reportable",
                      "pre_missing_counts": {
                        "97": 8,
                        "98": 0,
                        "99": 1,
                        "structural_blank": 0
                      },
                      "post_missing_counts": {
                        "97": 6,
                        "98": 3,
                        "99": 3,
                        "structural_blank": 176
                      },
                      "pre_distribution_pct": {
                        "0": 61.622098946812876,
                        "1": 38.37790105318712
                      },
                      "post_distribution_pct": {
                        "0": 34.99908080511969,
                        "1": 65.0009191948803
                      },
                      "pre_pct": 38.37790105318712,
                      "post_pct": 65.00091919488031,
                      "change_pp": 26.623018141693183,
                      "variance_change": 0.0006949887131165604
                    }
                  },
                  "status": "reportable",
                  "estimate_pp": 10.154149826390071,
                  "se_pp": 3.386282661128389,
                  "ci95_pp": [
                    3.5171577691059763,
                    16.791141883674165
                  ],
                  "p_raw": 0.0027121192548619256,
                  "interval_scope": "Pointwise, not simultaneous; fixed-weight normal approximation"
                }
              },
              "estimate_pp": -5.0740396955285085,
              "se_pp": 4.280309057899412,
              "ci95_pp": [
                -13.463291291711926,
                3.3152119006549086
              ],
              "p_raw": 0.23584443596088397,
              "interval_scope": "Pointwise, not simultaneous; fixed-weight normal approximation",
              "p_holm": 0.47168887192176795,
              "family": "SECONDARY_CHILDREN_HETEROGENEITY",
              "family_size": 3
            },
            "chart": {
              "labels": [
                "No children under 18",
                "Children under 18"
              ],
              "values": [
                15.22818952191858,
                10.154149826390071
              ],
              "unit": "percentage_points",
              "bases": []
            }
          }
        },
        {
          "analysis_id": "analysis_results.json#/tables/HET_consideration",
          "values": {
            "analysis_id": "HET_consideration",
            "title": "Children interaction in assignment change for consideration",
            "source_variables": [
              "consideration_pre",
              "consideration_post",
              "children_under18",
              "assignment"
            ],
            "universe": "Endpoint-specific pairs; four disjoint assignment × children cells",
            "weighting": "weight_base; fixed baseline profile weights, not attrition correction",
            "values": {
              "groups": {
                "0": {
                  "arms": {
                    "0": {
                      "n_unweighted": 663,
                      "n_weighted": 690.8556256511,
                      "n_eff": 567.8472271965826,
                      "eligible_n": 874,
                      "eligible_weighted_n": 922.522697878,
                      "eligible_n_eff": 748.5739252513517,
                      "returned_n": 699,
                      "pair_n": 663,
                      "excluded_pair_n": 211,
                      "status": "reportable",
                      "pre_missing_counts": {
                        "97": 20,
                        "98": 5,
                        "99": 3,
                        "structural_blank": 0
                      },
                      "post_missing_counts": {
                        "97": 9,
                        "98": 3,
                        "99": 2,
                        "structural_blank": 175
                      },
                      "pre_distribution_pct": {
                        "1": 20.227154348927968,
                        "2": 21.198085589269,
                        "3": 27.122701550270236,
                        "4": 17.870503576929714,
                        "5": 13.581554934603082
                      },
                      "post_distribution_pct": {
                        "1": 19.428908680811332,
                        "2": 17.397845765534967,
                        "3": 21.965213234108717,
                        "4": 21.655161123817038,
                        "5": 19.55287119572794
                      },
                      "pre_pct": 31.452058511532805,
                      "post_pct": 41.208032319544984,
                      "change_pp": 9.755973808012183,
                      "variance_change": 0.00022761419210888406
                    },
                    "1": {
                      "n_unweighted": 598,
                      "n_weighted": 641.2937411533001,
                      "n_eff": 516.1747454512258,
                      "eligible_n": 836,
                      "eligible_weighted_n": 897.9684456052,
                      "eligible_n_eff": 723.1861793319956,
                      "returned_n": 631,
                      "pair_n": 598,
                      "excluded_pair_n": 238,
                      "status": "reportable",
                      "pre_missing_counts": {
                        "97": 15,
                        "98": 4,
                        "99": 4,
                        "structural_blank": 0
                      },
                      "post_missing_counts": {
                        "97": 11,
                        "98": 2,
                        "99": 2,
                        "structural_blank": 205
                      },
                      "pre_distribution_pct": {
                        "1": 25.126717449887092,
                        "2": 23.4794728964158,
                        "3": 25.53478530593598,
                        "4": 15.668292012346413,
                        "5": 10.190732335414701
                      },
                      "post_distribution_pct": {
                        "1": 19.820908996664375,
                        "2": 22.07992409485429,
                        "3": 23.80478331645018,
                        "4": 19.73686426254133,
                        "5": 14.55751932948981
                      },
                      "pre_pct": 25.85902434776111,
                      "post_pct": 34.29438359203114,
                      "change_pp": 8.435359244270026,
                      "variance_change": 0.00023701296693192002
                    }
                  },
                  "status": "reportable",
                  "estimate_pp": -1.320614563742156,
                  "se_pp": 2.155521187649994,
                  "ci95_pp": [
                    -5.545358459449147,
                    2.9041293319648354
                  ],
                  "p_raw": 0.5400972021482657,
                  "interval_scope": "Pointwise, not simultaneous; fixed-weight normal approximation"
                },
                "1": {
                  "arms": {
                    "0": {
                      "n_unweighted": 352,
                      "n_weighted": 309.31519617109996,
                      "n_eff": 319.6334728349744,
                      "eligible_n": 526,
                      "eligible_weighted_n": 464.53481656149995,
                      "eligible_n_eff": 477.07134297794,
                      "returned_n": 371,
                      "pair_n": 352,
                      "excluded_pair_n": 174,
                      "status": "reportable",
                      "pre_missing_counts": {
                        "97": 6,
                        "98": 4,
                        "99": 8,
                        "structural_blank": 0
                      },
                      "post_missing_counts": {
                        "97": 7,
                        "98": 0,
                        "99": 1,
                        "structural_blank": 155
                      },
                      "pre_distribution_pct": {
                        "1": 17.513596049524267,
                        "2": 22.412477958164153,
                        "3": 28.483932125618544,
                        "4": 18.23464625886034,
                        "5": 13.355347607832693
                      },
                      "post_distribution_pct": {
                        "1": 15.494091199932383,
                        "2": 21.853695831002216,
                        "3": 25.805750880679774,
                        "4": 19.1929092280875,
                        "5": 17.653552860298134
                      },
                      "pre_pct": 31.589993866693035,
                      "post_pct": 36.846462088385636,
                      "change_pp": 5.256468221692601,
                      "variance_change": 0.00045568812120014415
                    },
                    "1": {
                      "n_unweighted": 368,
                      "n_weighted": 332.31888378519994,
                      "n_eff": 331.9933923800815,
                      "eligible_n": 564,
                      "eligible_weighted_n": 514.9740399359,
                      "eligible_n_eff": 509.0142739924418,
                      "returned_n": 388,
                      "pair_n": 368,
                      "excluded_pair_n": 196,
                      "status": "reportable",
                      "pre_missing_counts": {
                        "97": 4,
                        "98": 3,
                        "99": 5,
                        "structural_blank": 0
                      },
                      "post_missing_counts": {
                        "97": 6,
                        "98": 4,
                        "99": 2,
                        "structural_blank": 176
                      },
                      "pre_distribution_pct": {
                        "1": 16.78840681950578,
                        "2": 20.995100301070302,
                        "3": 28.09254782088845,
                        "4": 20.04805531841616,
                        "5": 14.075889740119315
                      },
                      "post_distribution_pct": {
                        "1": 14.950916365804408,
                        "2": 18.291031830827027,
                        "3": 24.430861684218186,
                        "4": 20.29961277009572,
                        "5": 22.02757734905466
                      },
                      "pre_pct": 34.12394505853548,
                      "post_pct": 42.32719011915038,
                      "change_pp": 8.203245060614904,
                      "variance_change": 0.00043521114640563785
                    }
                  },
                  "status": "reportable",
                  "estimate_pp": 2.946776838922303,
                  "se_pp": 2.984793573441524,
                  "ci95_pp": [
                    -2.9033110663096924,
                    8.796864744154298
                  ],
                  "p_raw": 0.32351362879109274,
                  "interval_scope": "Pointwise, not simultaneous; fixed-weight normal approximation"
                }
              },
              "estimate_pp": 4.267391402664459,
              "se_pp": 3.681747447403999,
              "ci95_pp": [
                -2.9487009944196556,
                11.483483799748573
              ],
              "p_raw": 0.24642893854544323,
              "interval_scope": "Pointwise, not simultaneous; fixed-weight normal approximation",
              "p_holm": 0.47168887192176795,
              "family": "SECONDARY_CHILDREN_HETEROGENEITY",
              "family_size": 3
            },
            "chart": {
              "labels": [
                "No children under 18",
                "Children under 18"
              ],
              "values": [
                -1.320614563742156,
                2.946776838922303
              ],
              "unit": "percentage_points",
              "bases": []
            }
          }
        },
        {
          "analysis_id": "analysis_results.json#/tables/HET_usage",
          "values": {
            "analysis_id": "HET_usage",
            "title": "Children interaction in assignment change for usage",
            "source_variables": [
              "usage_pre",
              "usage_post",
              "children_under18",
              "assignment"
            ],
            "universe": "Endpoint-specific pairs; four disjoint assignment × children cells",
            "weighting": "weight_base; fixed baseline profile weights, not attrition correction",
            "values": {
              "groups": {
                "0": {
                  "arms": {
                    "0": {
                      "n_unweighted": 662,
                      "n_weighted": 693.4281311717,
                      "n_eff": 566.033636297269,
                      "eligible_n": 874,
                      "eligible_weighted_n": 922.522697878,
                      "eligible_n_eff": 748.5739252513517,
                      "returned_n": 699,
                      "pair_n": 662,
                      "excluded_pair_n": 212,
                      "status": "reportable",
                      "pre_missing_counts": {
                        "97": 19,
                        "98": 5,
                        "99": 4,
                        "structural_blank": 0
                      },
                      "post_missing_counts": {
                        "97": 8,
                        "98": 5,
                        "99": 1,
                        "structural_blank": 175
                      },
                      "pre_distribution_pct": {
                        "0": 94.54235369177297,
                        "1": 5.457646308227035
                      },
                      "post_distribution_pct": {
                        "0": 90.64090862038731,
                        "1": 9.359091379612696
                      },
                      "pre_pct": 5.457646308227035,
                      "post_pct": 9.359091379612696,
                      "change_pp": 3.9014450713856625,
                      "variance_change": 0.00006033256366930301
                    },
                    "1": {
                      "n_unweighted": 600,
                      "n_weighted": 642.1548474964001,
                      "n_eff": 518.4507068695431,
                      "eligible_n": 836,
                      "eligible_weighted_n": 897.9684456052,
                      "eligible_n_eff": 723.1861793319956,
                      "returned_n": 631,
                      "pair_n": 600,
                      "excluded_pair_n": 236,
                      "status": "reportable",
                      "pre_missing_counts": {
                        "97": 12,
                        "98": 3,
                        "99": 7,
                        "structural_blank": 0
                      },
                      "post_missing_counts": {
                        "97": 8,
                        "98": 3,
                        "99": 3,
                        "structural_blank": 205
                      },
                      "pre_distribution_pct": {
                        "0": 93.24910565034034,
                        "1": 6.7508943496596485
                      },
                      "post_distribution_pct": {
                        "0": 91.24242904364039,
                        "1": 8.757570956359597
                      },
                      "pre_pct": 6.750894349659648,
                      "post_pct": 8.757570956359597,
                      "change_pp": 2.00667660669995,
                      "variance_change": 0.00004347788708084009
                    }
                  },
                  "status": "reportable",
                  "estimate_pp": -1.8947684646857126,
                  "se_pp": 1.0188741372227637,
                  "ci95_pp": [
                    -3.89172507842165,
                    0.102188149050225
                  ],
                  "p_raw": 0.06293239597588662,
                  "interval_scope": "Pointwise, not simultaneous; fixed-weight normal approximation"
                },
                "1": {
                  "arms": {
                    "0": {
                      "n_unweighted": 345,
                      "n_weighted": 300.3819782095,
                      "n_eff": 314.0903198670086,
                      "eligible_n": 526,
                      "eligible_weighted_n": 464.53481656149995,
                      "eligible_n_eff": 477.07134297794,
                      "returned_n": 371,
                      "pair_n": 345,
                      "excluded_pair_n": 181,
                      "status": "reportable",
                      "pre_missing_counts": {
                        "97": 12,
                        "98": 2,
                        "99": 1,
                        "structural_blank": 0
                      },
                      "post_missing_counts": {
                        "97": 7,
                        "98": 3,
                        "99": 3,
                        "structural_blank": 155
                      },
                      "pre_distribution_pct": {
                        "0": 94.37936696048229,
                        "1": 5.620633039517693
                      },
                      "post_distribution_pct": {
                        "0": 91.50801212651004,
                        "1": 8.491987873489961
                      },
                      "pre_pct": 5.620633039517695,
                      "post_pct": 8.491987873489961,
                      "change_pp": 2.871354833972267,
                      "variance_change": 0.00010619103777258821
                    },
                    "1": {
                      "n_unweighted": 369,
                      "n_weighted": 331.1473904432,
                      "n_eff": 332.6519155308816,
                      "eligible_n": 564,
                      "eligible_weighted_n": 514.9740399359,
                      "eligible_n_eff": 509.0142739924418,
                      "returned_n": 388,
                      "pair_n": 369,
                      "excluded_pair_n": 195,
                      "status": "reportable",
                      "pre_missing_counts": {
                        "97": 13,
                        "98": 1,
                        "99": 1,
                        "structural_blank": 0
                      },
                      "post_missing_counts": {
                        "97": 6,
                        "98": 4,
                        "99": 0,
                        "structural_blank": 176
                      },
                      "pre_distribution_pct": {
                        "0": 94.9020806902008,
                        "1": 5.097919309799186
                      },
                      "post_distribution_pct": {
                        "0": 91.11924696527413,
                        "1": 8.880753034725867
                      },
                      "pre_pct": 5.097919309799186,
                      "post_pct": 8.880753034725867,
                      "change_pp": 3.7828337249266797,
                      "variance_change": 0.00016248887867884918
                    }
                  },
                  "status": "reportable",
                  "estimate_pp": 0.9114788909544127,
                  "se_pp": 1.6391458643190893,
                  "ci95_pp": [
                    -2.3011879685187804,
                    4.124145750427606
                  ],
                  "p_raw": 0.5781633987160403,
                  "interval_scope": "Pointwise, not simultaneous; fixed-weight normal approximation"
                }
              },
              "estimate_pp": 2.8062473556401253,
              "se_pp": 1.930000951299197,
              "ci95_pp": [
                -0.9764849990343434,
                6.588979710314594
              ],
              "p_raw": 0.14594257526645016,
              "interval_scope": "Pointwise, not simultaneous; fixed-weight normal approximation",
              "p_holm": 0.4378277257993505,
              "family": "SECONDARY_CHILDREN_HETEROGENEITY",
              "family_size": 3
            },
            "chart": {
              "labels": [
                "No children under 18",
                "Children under 18"
              ],
              "values": [
                -1.8947684646857126,
                0.9114788909544127
              ],
              "unit": "percentage_points",
              "bases": []
            }
          }
        }
      ]
    },
    {
      "model_finding_id": "F7",
      "proposition": "Selected recallers generally rated the message positively: agreement was 76.74% for clarity, 75.90% for believability and 70.52% for relevance. Relevance is a reasonable creative-test hypothesis, but its numerical ranking does not prove it is weaker or that improving it would increase usage.",
      "evidence_refs": [
        "analysis_results.json#/tables/campaign_clear_post",
        "analysis_results.json#/tables/campaign_relevant_post",
        "analysis_results.json#/tables/campaign_trust_post",
        "analysis_results.json#/tables/message_correlations"
      ],
      "importance": "secondary",
      "claim_strength": "Descriptive diagnostic evidence supporting a test hypothesis only.",
      "qualification": "Eligible recallers N=891, weighted N=800.64, ESS=781.76; valid item N=852–862. Full distributions and exact bases are retained in selected_recaller_diagnostics. Pairwise correlations of .504–.544 describe shared ratings, not independent causal drivers; nonrecallers were not asked.",
      "topic_cluster": "message_learning",
      "original_proposition": "Selected recallers generally rated the message positively: agreement was 76.74% for clarity, 75.90% for believability and 70.52% for relevance. Relevance is a reasonable creative-test hypothesis, but its numerical ranking does not prove it is weaker or that improving it would increase usage.",
      "original_importance": "secondary",
      "review": {
        "decision": "accept",
        "text": "Selected recallers generally rated the message positively: agreement was 76.74% for clarity, 75.90% for believability and 70.52% for relevance. Relevance is a reasonable creative-test hypothesis, but its numerical ranking does not prove it is weaker or that improving it would increase usage.",
        "reason": "",
        "importance": "secondary"
      },
      "evidence": [
        {
          "analysis_id": "analysis_results.json#/tables/campaign_clear_post",
          "values": {
            "analysis_id": "campaign_clear_post",
            "title": "The campaign message was clear",
            "source_variables": [
              "campaign_clear_post"
            ],
            "universe": "followup_status == 1 AND recall_post == 1",
            "weighting": "weight_base; fixed baseline profile weights, not attrition correction",
            "values": {
              "n_unweighted": 862,
              "n_weighted": 773.016286868,
              "n_eff": 755.9593265422434,
              "eligible_n": 891,
              "eligible_weighted_n": 800.6396295418999,
              "eligible_n_eff": 781.7615016099128,
              "structural_excluded_n": 1909,
              "missing_counts": {
                "97": 22,
                "98": 3,
                "99": 4,
                "unexpected_blank": 0
              },
              "status": "reportable",
              "mean": 4.180344885183907,
              "distribution_pct": {
                "1": 0.4721668709838271,
                "2": 3.623831043844935,
                "3": 19.16505945106922,
                "4": 30.875231964000694,
                "5": 45.863710670101334
              },
              "top2_pct": 76.73894263410203
            },
            "chart": {
              "labels": [
                "Strongly disagree",
                "Somewhat disagree",
                "Neither agree nor disagree",
                "Somewhat agree",
                "Strongly agree"
              ],
              "values": [
                0.4721668709838271,
                3.623831043844935,
                19.16505945106922,
                30.875231964000694,
                45.863710670101334
              ],
              "unit": "percent",
              "bases": [
                862
              ]
            }
          }
        },
        {
          "analysis_id": "analysis_results.json#/tables/campaign_relevant_post",
          "values": {
            "analysis_id": "campaign_relevant_post",
            "title": "The campaign message felt relevant to my household",
            "source_variables": [
              "campaign_relevant_post"
            ],
            "universe": "followup_status == 1 AND recall_post == 1",
            "weighting": "weight_base; fixed baseline profile weights, not attrition correction",
            "values": {
              "n_unweighted": 854,
              "n_weighted": 770.2788567284999,
              "n_eff": 747.6551709389787,
              "eligible_n": 891,
              "eligible_weighted_n": 800.6396295418999,
              "eligible_n_eff": 781.7615016099128,
              "structural_excluded_n": 1909,
              "missing_counts": {
                "97": 25,
                "98": 6,
                "99": 6,
                "unexpected_blank": 0
              },
              "status": "reportable",
              "mean": 4.013123423881883,
              "distribution_pct": {
                "1": 2.0590955505209263,
                "2": 8.580316520864283,
                "3": 18.84464438306181,
                "4": 27.021037081011574,
                "5": 43.49490646454141
              },
              "top2_pct": 70.51594354555299
            },
            "chart": {
              "labels": [
                "Strongly disagree",
                "Somewhat disagree",
                "Neither agree nor disagree",
                "Somewhat agree",
                "Strongly agree"
              ],
              "values": [
                2.0590955505209263,
                8.580316520864283,
                18.84464438306181,
                27.021037081011574,
                43.49490646454141
              ],
              "unit": "percent",
              "bases": [
                854
              ]
            }
          }
        },
        {
          "analysis_id": "analysis_results.json#/tables/campaign_trust_post",
          "values": {
            "analysis_id": "campaign_trust_post",
            "title": "The campaign message was believable",
            "source_variables": [
              "campaign_trust_post"
            ],
            "universe": "followup_status == 1 AND recall_post == 1",
            "weighting": "weight_base; fixed baseline profile weights, not attrition correction",
            "values": {
              "n_unweighted": 852,
              "n_weighted": 765.1650969023,
              "n_eff": 749.2563841833784,
              "eligible_n": 891,
              "eligible_weighted_n": 800.6396295418999,
              "eligible_n_eff": 781.7615016099128,
              "structural_excluded_n": 1909,
              "missing_counts": {
                "97": 33,
                "98": 3,
                "99": 3,
                "unexpected_blank": 0
              },
              "status": "reportable",
              "mean": 4.130170488815197,
              "distribution_pct": {
                "1": 1.3924146744190018,
                "2": 6.7329148448701455,
                "3": 15.973492954371663,
                "4": 29.26756197745052,
                "5": 46.63361554888867
              },
              "top2_pct": 75.90117752633918
            },
            "chart": {
              "labels": [
                "Strongly disagree",
                "Somewhat disagree",
                "Neither agree nor disagree",
                "Somewhat agree",
                "Strongly agree"
              ],
              "values": [
                1.3924146744190018,
                6.7329148448701455,
                15.973492954371663,
                29.26756197745052,
                46.63361554888867
              ],
              "unit": "percent",
              "bases": [
                852
              ]
            }
          }
        },
        {
          "analysis_id": "analysis_results.json#/tables/message_correlations",
          "values": {
            "analysis_id": "message_correlations",
            "title": "Correlated selected-recaller diagnostics",
            "source_variables": [
              "campaign_clear_post",
              "campaign_relevant_post",
              "campaign_trust_post"
            ],
            "universe": "Returned recorded recallers; pairwise valid 1–5; descriptive correlations",
            "weighting": "weight_base; fixed baseline profile weights, not attrition correction",
            "values": {
              "campaign_clear_post__campaign_relevant_post": {
                "n_unweighted": 828,
                "n_weighted": 745.1816559409999,
                "n_eff": 724.5924397389064,
                "correlation": 0.5062137491238491
              },
              "campaign_clear_post__campaign_trust_post": {
                "n_unweighted": 823,
                "n_weighted": 737.5417542283999,
                "n_eff": 723.4614713638522,
                "correlation": 0.5042906547878322
              },
              "campaign_relevant_post__campaign_trust_post": {
                "n_unweighted": 816,
                "n_weighted": 735.4845184042,
                "n_eff": 716.0109147704904,
                "correlation": 0.543552302259875
              }
            }
          }
        }
      ]
    }
  ],
  "cited_tables": [
    {
      "analysis_id": "analysis_results.json#/tables/children_stress",
      "values": {
        "analysis_id": "children_stress",
        "title": "Baseline meal-planning stress by children",
        "source_variables": [
          "meal_stress_pre",
          "children_under18"
        ],
        "universe": "All enrolled; valid baseline stress",
        "weighting": "weight_base; fixed baseline profile weights, not attrition correction",
        "values": {
          "0": {
            "n_unweighted": 1686,
            "n_weighted": 1791.6666996731,
            "n_eff": 1451.1215600674082,
            "eligible_n": 1710,
            "eligible_weighted_n": 1820.4911434832002,
            "eligible_n_eff": 1471.7392670152533,
            "structural_excluded_n": 0,
            "missing_counts": {
              "97": 17,
              "98": 4,
              "99": 3,
              "unexpected_blank": 0
            },
            "status": "reportable",
            "mean": 2.990612618475094,
            "distribution_pct": {
              "1": 14.396132763513489,
              "2": 21.50920330996349,
              "3": 27.530568311003233,
              "4": 23.76546054653967,
              "5": 12.798635068980117
            },
            "top2_pct": 36.56409561551979
          },
          "1": {
            "n_unweighted": 1060,
            "n_weighted": 950.3831068824999,
            "n_eff": 958.6897026757993,
            "eligible_n": 1090,
            "eligible_weighted_n": 979.5088564974,
            "eligible_n_eff": 985.7256090113249,
            "structural_excluded_n": 0,
            "missing_counts": {
              "97": 16,
              "98": 6,
              "99": 8,
              "unexpected_blank": 0
            },
            "status": "reportable",
            "mean": 3.627203484000055,
            "distribution_pct": {
              "1": 6.469562558302264,
              "2": 12.023638693088404,
              "3": 25.023732319939363,
              "4": 25.283020647641578,
              "5": 31.20004578102839
            },
            "top2_pct": 56.48306642866997
          }
        },
        "chart": {
          "labels": [
            "No children under 18",
            "Children under 18"
          ],
          "values": [
            2.990612618475094,
            3.627203484000055
          ],
          "unit": "mean",
          "bases": []
        }
      }
    },
    {
      "analysis_id": "analysis_results.json#/tables/HET_awareness",
      "values": {
        "analysis_id": "HET_awareness",
        "title": "Children interaction in assignment change for awareness",
        "source_variables": [
          "awareness_pre",
          "awareness_post",
          "children_under18",
          "assignment"
        ],
        "universe": "Endpoint-specific pairs; four disjoint assignment × children cells",
        "weighting": "weight_base; fixed baseline profile weights, not attrition correction",
        "values": {
          "groups": {
            "0": {
              "arms": {
                "0": {
                  "n_unweighted": 666,
                  "n_weighted": 692.7804265389,
                  "n_eff": 568.9455653074521,
                  "eligible_n": 874,
                  "eligible_weighted_n": 922.522697878,
                  "eligible_n_eff": 748.5739252513517,
                  "returned_n": 699,
                  "pair_n": 666,
                  "excluded_pair_n": 208,
                  "status": "reportable",
                  "pre_missing_counts": {
                    "97": 11,
                    "98": 2,
                    "99": 8,
                    "structural_blank": 0
                  },
                  "post_missing_counts": {
                    "97": 10,
                    "98": 5,
                    "99": 2,
                    "structural_blank": 175
                  },
                  "pre_distribution_pct": {
                    "0": 67.72921769047026,
                    "1": 32.270782309529736
                  },
                  "post_distribution_pct": {
                    "0": 54.34093282035898,
                    "1": 45.65906717964103
                  },
                  "pre_pct": 32.270782309529736,
                  "post_pct": 45.65906717964103,
                  "change_pp": 13.388284870111288,
                  "variance_change": 0.00023933554125228323
                },
                "1": {
                  "n_unweighted": 591,
                  "n_weighted": 630.999039816,
                  "n_eff": 510.0523295318443,
                  "eligible_n": 836,
                  "eligible_weighted_n": 897.9684456052,
                  "eligible_n_eff": 723.1861793319956,
                  "returned_n": 631,
                  "pair_n": 591,
                  "excluded_pair_n": 245,
                  "status": "reportable",
                  "pre_missing_counts": {
                    "97": 16,
                    "98": 6,
                    "99": 9,
                    "structural_blank": 0
                  },
                  "post_missing_counts": {
                    "97": 11,
                    "98": 6,
                    "99": 3,
                    "structural_blank": 205
                  },
                  "pre_distribution_pct": {
                    "0": 73.16189046343365,
                    "1": 26.83810953656634
                  },
                  "post_distribution_pct": {
                    "0": 44.54541607140378,
                    "1": 55.454583928596215
                  },
                  "pre_pct": 26.83810953656635,
                  "post_pct": 55.454583928596215,
                  "change_pp": 28.61647439202987,
                  "variance_change": 0.00044607799575541586
                }
              },
              "status": "reportable",
              "estimate_pp": 15.22818952191858,
              "se_pp": 2.6180403683054605,
              "ci95_pp": [
                10.0969246899679,
                20.35945435386926
              ],
              "p_raw": 6.004346554082561e-9,
              "interval_scope": "Pointwise, not simultaneous; fixed-weight normal approximation"
            },
            "1": {
              "arms": {
                "0": {
                  "n_unweighted": 350,
                  "n_weighted": 307.0122880181,
                  "n_eff": 317.67668906877134,
                  "eligible_n": 526,
                  "eligible_weighted_n": 464.53481656149995,
                  "eligible_n_eff": 477.07134297794,
                  "returned_n": 371,
                  "pair_n": 350,
                  "excluded_pair_n": 176,
                  "status": "reportable",
                  "pre_missing_counts": {
                    "97": 6,
                    "98": 3,
                    "99": 3,
                    "structural_blank": 0
                  },
                  "post_missing_counts": {
                    "97": 5,
                    "98": 3,
                    "99": 4,
                    "structural_blank": 155
                  },
                  "pre_distribution_pct": {
                    "0": 70.66716824416136,
                    "1": 29.33283175583863
                  },
                  "post_distribution_pct": {
                    "0": 54.19829992885825,
                    "1": 45.801700071141745
                  },
                  "pre_pct": 29.33283175583863,
                  "post_pct": 45.801700071141745,
                  "change_pp": 16.468868315303112,
                  "variance_change": 0.0004517023129893159
                },
                "1": {
                  "n_unweighted": 369,
                  "n_weighted": 334.20650732629997,
                  "n_eff": 332.53877774744524,
                  "eligible_n": 564,
                  "eligible_weighted_n": 514.9740399359,
                  "eligible_n_eff": 509.0142739924418,
                  "returned_n": 388,
                  "pair_n": 369,
                  "excluded_pair_n": 195,
                  "status": "reportable",
                  "pre_missing_counts": {
                    "97": 8,
                    "98": 0,
                    "99": 1,
                    "structural_blank": 0
                  },
                  "post_missing_counts": {
                    "97": 6,
                    "98": 3,
                    "99": 3,
                    "structural_blank": 176
                  },
                  "pre_distribution_pct": {
                    "0": 61.622098946812876,
                    "1": 38.37790105318712
                  },
                  "post_distribution_pct": {
                    "0": 34.99908080511969,
                    "1": 65.0009191948803
                  },
                  "pre_pct": 38.37790105318712,
                  "post_pct": 65.00091919488031,
                  "change_pp": 26.623018141693183,
                  "variance_change": 0.0006949887131165604
                }
              },
              "status": "reportable",
              "estimate_pp": 10.154149826390071,
              "se_pp": 3.386282661128389,
              "ci95_pp": [
                3.5171577691059763,
                16.791141883674165
              ],
              "p_raw": 0.0027121192548619256,
              "interval_scope": "Pointwise, not simultaneous; fixed-weight normal approximation"
            }
          },
          "estimate_pp": -5.0740396955285085,
          "se_pp": 4.280309057899412,
          "ci95_pp": [
            -13.463291291711926,
            3.3152119006549086
          ],
          "p_raw": 0.23584443596088397,
          "interval_scope": "Pointwise, not simultaneous; fixed-weight normal approximation",
          "p_holm": 0.47168887192176795,
          "family": "SECONDARY_CHILDREN_HETEROGENEITY",
          "family_size": 3
        },
        "chart": {
          "labels": [
            "No children under 18",
            "Children under 18"
          ],
          "values": [
            15.22818952191858,
            10.154149826390071
          ],
          "unit": "percentage_points",
          "bases": []
        }
      }
    },
    {
      "analysis_id": "analysis_results.json#/tables/HET_consideration",
      "values": {
        "analysis_id": "HET_consideration",
        "title": "Children interaction in assignment change for consideration",
        "source_variables": [
          "consideration_pre",
          "consideration_post",
          "children_under18",
          "assignment"
        ],
        "universe": "Endpoint-specific pairs; four disjoint assignment × children cells",
        "weighting": "weight_base; fixed baseline profile weights, not attrition correction",
        "values": {
          "groups": {
            "0": {
              "arms": {
                "0": {
                  "n_unweighted": 663,
                  "n_weighted": 690.8556256511,
                  "n_eff": 567.8472271965826,
                  "eligible_n": 874,
                  "eligible_weighted_n": 922.522697878,
                  "eligible_n_eff": 748.5739252513517,
                  "returned_n": 699,
                  "pair_n": 663,
                  "excluded_pair_n": 211,
                  "status": "reportable",
                  "pre_missing_counts": {
                    "97": 20,
                    "98": 5,
                    "99": 3,
                    "structural_blank": 0
                  },
                  "post_missing_counts": {
                    "97": 9,
                    "98": 3,
                    "99": 2,
                    "structural_blank": 175
                  },
                  "pre_distribution_pct": {
                    "1": 20.227154348927968,
                    "2": 21.198085589269,
                    "3": 27.122701550270236,
                    "4": 17.870503576929714,
                    "5": 13.581554934603082
                  },
                  "post_distribution_pct": {
                    "1": 19.428908680811332,
                    "2": 17.397845765534967,
                    "3": 21.965213234108717,
                    "4": 21.655161123817038,
                    "5": 19.55287119572794
                  },
                  "pre_pct": 31.452058511532805,
                  "post_pct": 41.208032319544984,
                  "change_pp": 9.755973808012183,
                  "variance_change": 0.00022761419210888406
                },
                "1": {
                  "n_unweighted": 598,
                  "n_weighted": 641.2937411533001,
                  "n_eff": 516.1747454512258,
                  "eligible_n": 836,
                  "eligible_weighted_n": 897.9684456052,
                  "eligible_n_eff": 723.1861793319956,
                  "returned_n": 631,
                  "pair_n": 598,
                  "excluded_pair_n": 238,
                  "status": "reportable",
                  "pre_missing_counts": {
                    "97": 15,
                    "98": 4,
                    "99": 4,
                    "structural_blank": 0
                  },
                  "post_missing_counts": {
                    "97": 11,
                    "98": 2,
                    "99": 2,
                    "structural_blank": 205
                  },
                  "pre_distribution_pct": {
                    "1": 25.126717449887092,
                    "2": 23.4794728964158,
                    "3": 25.53478530593598,
                    "4": 15.668292012346413,
                    "5": 10.190732335414701
                  },
                  "post_distribution_pct": {
                    "1": 19.820908996664375,
                    "2": 22.07992409485429,
                    "3": 23.80478331645018,
                    "4": 19.73686426254133,
                    "5": 14.55751932948981
                  },
                  "pre_pct": 25.85902434776111,
                  "post_pct": 34.29438359203114,
                  "change_pp": 8.435359244270026,
                  "variance_change": 0.00023701296693192002
                }
              },
              "status": "reportable",
              "estimate_pp": -1.320614563742156,
              "se_pp": 2.155521187649994,
              "ci95_pp": [
                -5.545358459449147,
                2.9041293319648354
              ],
              "p_raw": 0.5400972021482657,
              "interval_scope": "Pointwise, not simultaneous; fixed-weight normal approximation"
            },
            "1": {
              "arms": {
                "0": {
                  "n_unweighted": 352,
                  "n_weighted": 309.31519617109996,
                  "n_eff": 319.6334728349744,
                  "eligible_n": 526,
                  "eligible_weighted_n": 464.53481656149995,
                  "eligible_n_eff": 477.07134297794,
                  "returned_n": 371,
                  "pair_n": 352,
                  "excluded_pair_n": 174,
                  "status": "reportable",
                  "pre_missing_counts": {
                    "97": 6,
                    "98": 4,
                    "99": 8,
                    "structural_blank": 0
                  },
                  "post_missing_counts": {
                    "97": 7,
                    "98": 0,
                    "99": 1,
                    "structural_blank": 155
                  },
                  "pre_distribution_pct": {
                    "1": 17.513596049524267,
                    "2": 22.412477958164153,
                    "3": 28.483932125618544,
                    "4": 18.23464625886034,
                    "5": 13.355347607832693
                  },
                  "post_distribution_pct": {
                    "1": 15.494091199932383,
                    "2": 21.853695831002216,
                    "3": 25.805750880679774,
                    "4": 19.1929092280875,
                    "5": 17.653552860298134
                  },
                  "pre_pct": 31.589993866693035,
                  "post_pct": 36.846462088385636,
                  "change_pp": 5.256468221692601,
                  "variance_change": 0.00045568812120014415
                },
                "1": {
                  "n_unweighted": 368,
                  "n_weighted": 332.31888378519994,
                  "n_eff": 331.9933923800815,
                  "eligible_n": 564,
                  "eligible_weighted_n": 514.9740399359,
                  "eligible_n_eff": 509.0142739924418,
                  "returned_n": 388,
                  "pair_n": 368,
                  "excluded_pair_n": 196,
                  "status": "reportable",
                  "pre_missing_counts": {
                    "97": 4,
                    "98": 3,
                    "99": 5,
                    "structural_blank": 0
                  },
                  "post_missing_counts": {
                    "97": 6,
                    "98": 4,
                    "99": 2,
                    "structural_blank": 176
                  },
                  "pre_distribution_pct": {
                    "1": 16.78840681950578,
                    "2": 20.995100301070302,
                    "3": 28.09254782088845,
                    "4": 20.04805531841616,
                    "5": 14.075889740119315
                  },
                  "post_distribution_pct": {
                    "1": 14.950916365804408,
                    "2": 18.291031830827027,
                    "3": 24.430861684218186,
                    "4": 20.29961277009572,
                    "5": 22.02757734905466
                  },
                  "pre_pct": 34.12394505853548,
                  "post_pct": 42.32719011915038,
                  "change_pp": 8.203245060614904,
                  "variance_change": 0.00043521114640563785
                }
              },
              "status": "reportable",
              "estimate_pp": 2.946776838922303,
              "se_pp": 2.984793573441524,
              "ci95_pp": [
                -2.9033110663096924,
                8.796864744154298
              ],
              "p_raw": 0.32351362879109274,
              "interval_scope": "Pointwise, not simultaneous; fixed-weight normal approximation"
            }
          },
          "estimate_pp": 4.267391402664459,
          "se_pp": 3.681747447403999,
          "ci95_pp": [
            -2.9487009944196556,
            11.483483799748573
          ],
          "p_raw": 0.24642893854544323,
          "interval_scope": "Pointwise, not simultaneous; fixed-weight normal approximation",
          "p_holm": 0.47168887192176795,
          "family": "SECONDARY_CHILDREN_HETEROGENEITY",
          "family_size": 3
        },
        "chart": {
          "labels": [
            "No children under 18",
            "Children under 18"
          ],
          "values": [
            -1.320614563742156,
            2.946776838922303
          ],
          "unit": "percentage_points",
          "bases": []
        }
      }
    },
    {
      "analysis_id": "analysis_results.json#/tables/HET_usage",
      "values": {
        "analysis_id": "HET_usage",
        "title": "Children interaction in assignment change for usage",
        "source_variables": [
          "usage_pre",
          "usage_post",
          "children_under18",
          "assignment"
        ],
        "universe": "Endpoint-specific pairs; four disjoint assignment × children cells",
        "weighting": "weight_base; fixed baseline profile weights, not attrition correction",
        "values": {
          "groups": {
            "0": {
              "arms": {
                "0": {
                  "n_unweighted": 662,
                  "n_weighted": 693.4281311717,
                  "n_eff": 566.033636297269,
                  "eligible_n": 874,
                  "eligible_weighted_n": 922.522697878,
                  "eligible_n_eff": 748.5739252513517,
                  "returned_n": 699,
                  "pair_n": 662,
                  "excluded_pair_n": 212,
                  "status": "reportable",
                  "pre_missing_counts": {
                    "97": 19,
                    "98": 5,
                    "99": 4,
                    "structural_blank": 0
                  },
                  "post_missing_counts": {
                    "97": 8,
                    "98": 5,
                    "99": 1,
                    "structural_blank": 175
                  },
                  "pre_distribution_pct": {
                    "0": 94.54235369177297,
                    "1": 5.457646308227035
                  },
                  "post_distribution_pct": {
                    "0": 90.64090862038731,
                    "1": 9.359091379612696
                  },
                  "pre_pct": 5.457646308227035,
                  "post_pct": 9.359091379612696,
                  "change_pp": 3.9014450713856625,
                  "variance_change": 0.00006033256366930301
                },
                "1": {
                  "n_unweighted": 600,
                  "n_weighted": 642.1548474964001,
                  "n_eff": 518.4507068695431,
                  "eligible_n": 836,
                  "eligible_weighted_n": 897.9684456052,
                  "eligible_n_eff": 723.1861793319956,
                  "returned_n": 631,
                  "pair_n": 600,
                  "excluded_pair_n": 236,
                  "status": "reportable",
                  "pre_missing_counts": {
                    "97": 12,
                    "98": 3,
                    "99": 7,
                    "structural_blank": 0
                  },
                  "post_missing_counts": {
                    "97": 8,
                    "98": 3,
                    "99": 3,
                    "structural_blank": 205
                  },
                  "pre_distribution_pct": {
                    "0": 93.24910565034034,
                    "1": 6.7508943496596485
                  },
                  "post_distribution_pct": {
                    "0": 91.24242904364039,
                    "1": 8.757570956359597
                  },
                  "pre_pct": 6.750894349659648,
                  "post_pct": 8.757570956359597,
                  "change_pp": 2.00667660669995,
                  "variance_change": 0.00004347788708084009
                }
              },
              "status": "reportable",
              "estimate_pp": -1.8947684646857126,
              "se_pp": 1.0188741372227637,
              "ci95_pp": [
                -3.89172507842165,
                0.102188149050225
              ],
              "p_raw": 0.06293239597588662,
              "interval_scope": "Pointwise, not simultaneous; fixed-weight normal approximation"
            },
            "1": {
              "arms": {
                "0": {
                  "n_unweighted": 345,
                  "n_weighted": 300.3819782095,
                  "n_eff": 314.0903198670086,
                  "eligible_n": 526,
                  "eligible_weighted_n": 464.53481656149995,
                  "eligible_n_eff": 477.07134297794,
                  "returned_n": 371,
                  "pair_n": 345,
                  "excluded_pair_n": 181,
                  "status": "reportable",
                  "pre_missing_counts": {
                    "97": 12,
                    "98": 2,
                    "99": 1,
                    "structural_blank": 0
                  },
                  "post_missing_counts": {
                    "97": 7,
                    "98": 3,
                    "99": 3,
                    "structural_blank": 155
                  },
                  "pre_distribution_pct": {
                    "0": 94.37936696048229,
                    "1": 5.620633039517693
                  },
                  "post_distribution_pct": {
                    "0": 91.50801212651004,
                    "1": 8.491987873489961
                  },
                  "pre_pct": 5.620633039517695,
                  "post_pct": 8.491987873489961,
                  "change_pp": 2.871354833972267,
                  "variance_change": 0.00010619103777258821
                },
                "1": {
                  "n_unweighted": 369,
                  "n_weighted": 331.1473904432,
                  "n_eff": 332.6519155308816,
                  "eligible_n": 564,
                  "eligible_weighted_n": 514.9740399359,
                  "eligible_n_eff": 509.0142739924418,
                  "returned_n": 388,
                  "pair_n": 369,
                  "excluded_pair_n": 195,
                  "status": "reportable",
                  "pre_missing_counts": {
                    "97": 13,
                    "98": 1,
                    "99": 1,
                    "structural_blank": 0
                  },
                  "post_missing_counts": {
                    "97": 6,
                    "98": 4,
                    "99": 0,
                    "structural_blank": 176
                  },
                  "pre_distribution_pct": {
                    "0": 94.9020806902008,
                    "1": 5.097919309799186
                  },
                  "post_distribution_pct": {
                    "0": 91.11924696527413,
                    "1": 8.880753034725867
                  },
                  "pre_pct": 5.097919309799186,
                  "post_pct": 8.880753034725867,
                  "change_pp": 3.7828337249266797,
                  "variance_change": 0.00016248887867884918
                }
              },
              "status": "reportable",
              "estimate_pp": 0.9114788909544127,
              "se_pp": 1.6391458643190893,
              "ci95_pp": [
                -2.3011879685187804,
                4.124145750427606
              ],
              "p_raw": 0.5781633987160403,
              "interval_scope": "Pointwise, not simultaneous; fixed-weight normal approximation"
            }
          },
          "estimate_pp": 2.8062473556401253,
          "se_pp": 1.930000951299197,
          "ci95_pp": [
            -0.9764849990343434,
            6.588979710314594
          ],
          "p_raw": 0.14594257526645016,
          "interval_scope": "Pointwise, not simultaneous; fixed-weight normal approximation",
          "p_holm": 0.4378277257993505,
          "family": "SECONDARY_CHILDREN_HETEROGENEITY",
          "family_size": 3
        },
        "chart": {
          "labels": [
            "No children under 18",
            "Children under 18"
          ],
          "values": [
            -1.8947684646857126,
            0.9114788909544127
          ],
          "unit": "percentage_points",
          "bases": []
        }
      }
    },
    {
      "analysis_id": "analysis_results.json#/tables/campaign_clear_post",
      "values": {
        "analysis_id": "campaign_clear_post",
        "title": "The campaign message was clear",
        "source_variables": [
          "campaign_clear_post"
        ],
        "universe": "followup_status == 1 AND recall_post == 1",
        "weighting": "weight_base; fixed baseline profile weights, not attrition correction",
        "values": {
          "n_unweighted": 862,
          "n_weighted": 773.016286868,
          "n_eff": 755.9593265422434,
          "eligible_n": 891,
          "eligible_weighted_n": 800.6396295418999,
          "eligible_n_eff": 781.7615016099128,
          "structural_excluded_n": 1909,
          "missing_counts": {
            "97": 22,
            "98": 3,
            "99": 4,
            "unexpected_blank": 0
          },
          "status": "reportable",
          "mean": 4.180344885183907,
          "distribution_pct": {
            "1": 0.4721668709838271,
            "2": 3.623831043844935,
            "3": 19.16505945106922,
            "4": 30.875231964000694,
            "5": 45.863710670101334
          },
          "top2_pct": 76.73894263410203
        },
        "chart": {
          "labels": [
            "Strongly disagree",
            "Somewhat disagree",
            "Neither agree nor disagree",
            "Somewhat agree",
            "Strongly agree"
          ],
          "values": [
            0.4721668709838271,
            3.623831043844935,
            19.16505945106922,
            30.875231964000694,
            45.863710670101334
          ],
          "unit": "percent",
          "bases": [
            862
          ]
        }
      }
    },
    {
      "analysis_id": "analysis_results.json#/tables/campaign_relevant_post",
      "values": {
        "analysis_id": "campaign_relevant_post",
        "title": "The campaign message felt relevant to my household",
        "source_variables": [
          "campaign_relevant_post"
        ],
        "universe": "followup_status == 1 AND recall_post == 1",
        "weighting": "weight_base; fixed baseline profile weights, not attrition correction",
        "values": {
          "n_unweighted": 854,
          "n_weighted": 770.2788567284999,
          "n_eff": 747.6551709389787,
          "eligible_n": 891,
          "eligible_weighted_n": 800.6396295418999,
          "eligible_n_eff": 781.7615016099128,
          "structural_excluded_n": 1909,
          "missing_counts": {
            "97": 25,
            "98": 6,
            "99": 6,
            "unexpected_blank": 0
          },
          "status": "reportable",
          "mean": 4.013123423881883,
          "distribution_pct": {
            "1": 2.0590955505209263,
            "2": 8.580316520864283,
            "3": 18.84464438306181,
            "4": 27.021037081011574,
            "5": 43.49490646454141
          },
          "top2_pct": 70.51594354555299
        },
        "chart": {
          "labels": [
            "Strongly disagree",
            "Somewhat disagree",
            "Neither agree nor disagree",
            "Somewhat agree",
            "Strongly agree"
          ],
          "values": [
            2.0590955505209263,
            8.580316520864283,
            18.84464438306181,
            27.021037081011574,
            43.49490646454141
          ],
          "unit": "percent",
          "bases": [
            854
          ]
        }
      }
    },
    {
      "analysis_id": "analysis_results.json#/tables/campaign_trust_post",
      "values": {
        "analysis_id": "campaign_trust_post",
        "title": "The campaign message was believable",
        "source_variables": [
          "campaign_trust_post"
        ],
        "universe": "followup_status == 1 AND recall_post == 1",
        "weighting": "weight_base; fixed baseline profile weights, not attrition correction",
        "values": {
          "n_unweighted": 852,
          "n_weighted": 765.1650969023,
          "n_eff": 749.2563841833784,
          "eligible_n": 891,
          "eligible_weighted_n": 800.6396295418999,
          "eligible_n_eff": 781.7615016099128,
          "structural_excluded_n": 1909,
          "missing_counts": {
            "97": 33,
            "98": 3,
            "99": 3,
            "unexpected_blank": 0
          },
          "status": "reportable",
          "mean": 4.130170488815197,
          "distribution_pct": {
            "1": 1.3924146744190018,
            "2": 6.7329148448701455,
            "3": 15.973492954371663,
            "4": 29.26756197745052,
            "5": 46.63361554888867
          },
          "top2_pct": 75.90117752633918
        },
        "chart": {
          "labels": [
            "Strongly disagree",
            "Somewhat disagree",
            "Neither agree nor disagree",
            "Somewhat agree",
            "Strongly agree"
          ],
          "values": [
            1.3924146744190018,
            6.7329148448701455,
            15.973492954371663,
            29.26756197745052,
            46.63361554888867
          ],
          "unit": "percent",
          "bases": [
            852
          ]
        }
      }
    },
    {
      "analysis_id": "analysis_results.json#/tables/message_correlations",
      "values": {
        "analysis_id": "message_correlations",
        "title": "Correlated selected-recaller diagnostics",
        "source_variables": [
          "campaign_clear_post",
          "campaign_relevant_post",
          "campaign_trust_post"
        ],
        "universe": "Returned recorded recallers; pairwise valid 1–5; descriptive correlations",
        "weighting": "weight_base; fixed baseline profile weights, not attrition correction",
        "values": {
          "campaign_clear_post__campaign_relevant_post": {
            "n_unweighted": 828,
            "n_weighted": 745.1816559409999,
            "n_eff": 724.5924397389064,
            "correlation": 0.5062137491238491
          },
          "campaign_clear_post__campaign_trust_post": {
            "n_unweighted": 823,
            "n_weighted": 737.5417542283999,
            "n_eff": 723.4614713638522,
            "correlation": 0.5042906547878322
          },
          "campaign_relevant_post__campaign_trust_post": {
            "n_unweighted": 816,
            "n_weighted": 735.4845184042,
            "n_eff": 716.0109147704904,
            "correlation": 0.543552302259875
          }
        }
      }
    }
  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"study_id": "SBT-005",
  "source_sha256": "5cc0283b7175366381162dea853bb107f72daee2ccbf7f24523c73b65b2af83c",
  "analysis_sha256": "180a9870768a4bfe9cc1817408bb60ec0e8a014da780fbaa0e32f39efa2eea36",
  "approved_at": "2026-09-22T06:32:29.699Z",
  "universe": "Endpoint-specific valid pairs; assigned grouping retained; observed pairs only",
  "review_record": {
    "findings": {
      "F1": {
        "decision": "accept",
        "text": "Assignment supports an awareness benefit among observed pairs: awareness rose 27.93 percentage points in the assigned arm versus 14.33 in control, an additional 13.59 points (95% CI 9.52–17.66; Holm p=1.81e-10). [software QA edit]",
        "reason": "Software QA: verify original wording survives a revision. No human assessment.",
        "importance": "primary"
      },
      "F2": {
        "decision": "accept",
        "text": "The study does not establish incremental consideration or reported use. Consideration rose 8.356 points assigned versus 8.364 control: contrast −0.008 points (95% CI −3.44 to 3.42; Holm p=.996). Usage rose 2.61 versus 3.59 points: contrast −0.98 (−2.70 to 0.74; Holm p=.528).",
        "reason": "",
        "importance": "primary"
      },
      "F3": {
        "decision": "accept",
        "text": "Attrition materially limits interpretation: 1019 assigned and 1070 control households returned, with weighted return rates of 72.38% and 75.98%. Returners had higher baseline consideration (30.13% versus 21.99%), higher digital confidence (46.34% versus 36.56%), and lower high budget pressure (33.68% versus 49.20%) than nonreturners.",
        "reason": "",
        "importance": "primary"
      },
      "F4": {
        "decision": "accept",
        "text": "Large recipient and recaller consideration gaps should not be sold as campaign lift. Logged recipients led nonrecipients by 19.12 points at follow-up, but already led by 19.15 at baseline. Recallers led by 37.24 points at follow-up and 32.35 at baseline.",
        "reason": "",
        "importance": "primary"
      },
      "F5": {
        "decision": "accept",
        "text": "Assignment changed the observed delivery environment without creating clean exposed and unexposed groups: logged receipt was 70.16% assigned versus 24.54% control; recall was 48.61% versus 32.97%. Among returned valid-recall respondents, 65.82% of logged recipients recalled the campaign, while 15.73% without a logged receipt also recalled it.",
        "reason": "",
        "importance": "secondary"
      },
      "F6": {
        "decision": "accept",
        "text": "Households with children have a stronger observed need, but superior campaign responsiveness is unestablished. Very/extremely stressful meal planning was reported by 56.48% with children versus 36.56% without. Children-household assignment contrasts were +10.15 points awareness, +2.95 consideration and +0.91 usage; none of the children-versus-no-children interactions survived Holm adjustment.",
        "reason": "",
        "importance": "secondary"
      },
      "F7": {
        "decision": "accept",
        "text": "Selected recallers generally rated the message positively: agreement was 76.74% for clarity, 75.90% for believability and 70.52% for relevance. Relevance is a reasonable creative-test hypothesis, but its numerical ranking does not prove it is weaker or that improving it would increase usage.",
        "reason": "",
        "importance": "secondary"
      },
      "F8": {
        "decision": "accept",
        "text": "The evidence supports a further controlled test with an explicit awareness objective and a separately powered downstream question; it does not yet support a sales, ROI or superior-targeting claim. Improve follow-up retention, prespecify a meaningful consideration/use threshold, and retain households with children as a planned audience rather than declaring them campaign winners.",
        "reason": "",
        "importance": "primary"
      }
    },
    "beats": {
      "1": {
        "include": true,
        "title": "Lead with the decision: awareness improved beyond control; downstream benefit remains unestablished.",
        "order": 1
      },
      "2": {
        "include": true,
        "title": "Define who the result describes before extending it.",
        "order": 2
      },
      "3": {
        "include": true,
        "title": "Separate delivery, memory and pre-existing affinity from assignment effects.",
        "order": 3
      },
      "4": {
        "include": true,
        "title": "Use audience needs and message ratings to formulate the next hypotheses.",
        "order": 4
      },
      "5": {
        "include": true,
        "title": "Recommend a focused follow-up experiment with better outcome recovery.",
        "order": 5
      }
    },
    "missed": "",
    "minutes": "",
    "notes": "SOFTWARE QA ONLY. Acceptance here tests export mechanics and is not substantive researcher approval.",
    "approved": true,
    "started_at": "2026-09-22T06:32:29.526Z",
    "approved_at": "2026-09-22T06:32:29.699Z"
  },
  "preparation_review": {
    "baseline": "SOFTWARE QA ONLY: check the preparation/review/export loop. This is not an independent researcher assessment.",
    "prepared": true,
    "revisedEvidence": null,
    "revision": 0
  },
  "qualifications": "This is a recommendation to learn, not proof of commercial value. Consideration is not purchasing and reported usage is not verified activity or sales; costs and revenue are absent. The exploratory older, digitally confident online-grocery subgroup has only 22 control and 21 assigned pairs: insufficient base, with all outcome estimates suppressed. Assigned/control paired N=960/1016, weighted N=965.21/999.79, ESS=834.41/876.62; eligible N=1400 per arm. Selection into follow-up prevents automatic interpretation as a full-cohort or target-population effect. Assigned/control consideration pairs: N=966/1015, weighted N=973.61/1000.17, ESS=839.32/877.62; usage pairs: N=969/1007, weighted N=973.30/993.81, ESS=842.04/868.83. Each arm began with 1400 eligible households. Control growth cannot be assigned to a particular secular mechanism. Return-status denominators are all 1400 households per arm. Exact eligible/valid N, weighted N and ESS for all six baseline profiles are retained in attrition_audit. Arm differences also existed before attrition: consideration was 29.79% control versus 26.31% assigned, and 31.48% versus 28.76% among returners. These comparisons neither invalidate randomisation nor establish ignorable missingness.",
  "chart_table": "tables.ITT_awareness",
  "original_beat": {
    "order": 5,
    "finding_refs": [
      "F8",
      "F1",
      "F2",
      "F3"
    ],
    "headline_intent": "Recommend a focused follow-up experiment with better outcome recovery.",
    "analytical_relationship": "Translate supported awareness evidence and remaining uncertainty into a bounded research decision.",
    "original_order": 5,
    "original_headline_intent": "Recommend a focused follow-up experiment with better outcome recovery."
  },
  "findings": [
    {
      "model_finding_id": "F8",
      "proposition": "The evidence supports a further controlled test with an explicit awareness objective and a separately powered downstream question; it does not yet support a sales, ROI or superior-targeting claim. Improve follow-up retention, prespecify a meaningful consideration/use threshold, and retain households with children as a planned audience rather than declaring them campaign winners.",
      "evidence_refs": [
        "analysis_results.json#/tables/ITT_awareness",
        "analysis_results.json#/tables/ITT_consideration",
        "analysis_results.json#/tables/ITT_usage",
        "analysis_results.json#/tables/profile_followup_status_baseline",
        "analysis_results.json#/tables/HET_consideration",
        "analysis_results.json#/tables/HET_usage",
        "analysis_results.json#/tables/older_digital_online"
      ],
      "importance": "primary",
      "claim_strength": "Research recommendation inferred from the supported awareness result, downstream uncertainty and follow-up limitations.",
      "qualification": "This is a recommendation to learn, not proof of commercial value. Consideration is not purchasing and reported usage is not verified activity or sales; costs and revenue are absent. The exploratory older, digitally confident online-grocery subgroup has only 22 control and 21 assigned pairs: insufficient base, with all outcome estimates suppressed.",
      "topic_cluster": "next_decision",
      "original_proposition": "The evidence supports a further controlled test with an explicit awareness objective and a separately powered downstream question; it does not yet support a sales, ROI or superior-targeting claim. Improve follow-up retention, prespecify a meaningful consideration/use threshold, and retain households with children as a planned audience rather than declaring them campaign winners.",
      "original_importance": "primary",
      "review": {
        "decision": "accept",
        "text": "The evidence supports a further controlled test with an explicit awareness objective and a separately powered downstream question; it does not yet support a sales, ROI or superior-targeting claim. Improve follow-up retention, prespecify a meaningful consideration/use threshold, and retain households with children as a planned audience rather than declaring them campaign winners.",
        "reason": "",
        "importance": "primary"
      },
      "evidence": [
        {
          "analysis_id": "analysis_results.json#/tables/ITT_awareness",
          "values": {
            "analysis_id": "ITT_awareness",
            "title": "Assignment difference in paired awareness change",
            "source_variables": [
              "awareness_pre",
              "awareness_post",
              "assignment",
              "followup_status"
            ],
            "universe": "Endpoint-specific valid pairs; assigned grouping retained; observed pairs only",
            "weighting": "weight_base; fixed baseline profile weights, not attrition correction",
            "values": {
              "arms": {
                "0": {
                  "n_unweighted": 1016,
                  "n_weighted": 999.792714557,
                  "n_eff": 876.6181457370669,
                  "eligible_n": 1400,
                  "eligible_weighted_n": 1387.0575144395,
                  "eligible_n_eff": 1210.6116200875301,
                  "returned_n": 1070,
                  "pair_n": 1016,
                  "excluded_pair_n": 384,
                  "status": "reportable",
                  "pre_missing_counts": {
                    "97": 17,
                    "98": 5,
                    "99": 11,
                    "structural_blank": 0
                  },
                  "post_missing_counts": {
                    "97": 15,
                    "98": 8,
                    "99": 6,
                    "structural_blank": 330
                  },
                  "pre_distribution_pct": {
                    "0": 68.63139161956558,
                    "1": 31.36860838043443
                  },
                  "post_distribution_pct": {
                    "0": 54.29713369107078,
                    "1": 45.70286630892922
                  },
                  "pre_pct": 31.36860838043443,
                  "post_pct": 45.70286630892922,
                  "change_pp": 14.334257928494786,
                  "variance_change": 0.0001577176748665947
                },
                "1": {
                  "n_unweighted": 960,
                  "n_weighted": 965.2055471422999,
                  "n_eff": 834.4067153467572,
                  "eligible_n": 1400,
                  "eligible_weighted_n": 1412.9424855410998,
                  "eligible_n_eff": 1220.3001032310437,
                  "returned_n": 1019,
                  "pair_n": 960,
                  "excluded_pair_n": 440,
                  "status": "reportable",
                  "pre_missing_counts": {
                    "97": 24,
                    "98": 6,
                    "99": 10,
                    "structural_blank": 0
                  },
                  "post_missing_counts": {
                    "97": 17,
                    "98": 9,
                    "99": 6,
                    "structural_blank": 381
                  },
                  "pre_distribution_pct": {
                    "0": 69.16618879194823,
                    "1": 30.833811208051777
                  },
                  "post_distribution_pct": {
                    "0": 41.23995706678378,
                    "1": 58.76004293321622
                  },
                  "pre_pct": 30.83381120805178,
                  "post_pct": 58.76004293321622,
                  "change_pp": 27.926231725164445,
                  "variance_change": 0.00027382027780075867
                }
              },
              "status": "reportable",
              "estimate_pp": 13.59197379666966,
              "se_pp": 2.0773491585849344,
              "ci95_pp": [
                9.520444262528603,
                17.663503330810716
              ],
              "p_raw": 6.032047417436093e-11,
              "interval_scope": "Pointwise, not simultaneous; fixed-weight normal approximation",
              "p_holm": 1.8096142252308278e-10,
              "family": "PRIMARY_ASSIGNMENT",
              "family_size": 3
            },
            "chart": {
              "labels": [
                "Control change",
                "Assigned change"
              ],
              "values": [
                14.334257928494786,
                27.926231725164445
              ],
              "unit": "percentage_points",
              "bases": [
                1016,
                960
              ]
            }
          }
        },
        {
          "analysis_id": "analysis_results.json#/tables/ITT_consideration",
          "values": {
            "analysis_id": "ITT_consideration",
            "title": "Assignment difference in paired consideration change",
            "source_variables": [
              "consideration_pre",
              "consideration_post",
              "assignment",
              "followup_status"
            ],
            "universe": "Endpoint-specific valid pairs; assigned grouping retained; observed pairs only",
            "weighting": "weight_base; fixed baseline profile weights, not attrition correction",
            "values": {
              "arms": {
                "0": {
                  "n_unweighted": 1015,
                  "n_weighted": 1000.1708218222,
                  "n_eff": 877.6155602347469,
                  "eligible_n": 1400,
                  "eligible_weighted_n": 1387.0575144395,
                  "eligible_n_eff": 1210.6116200875301,
                  "returned_n": 1070,
                  "pair_n": 1015,
                  "excluded_pair_n": 385,
                  "status": "reportable",
                  "pre_missing_counts": {
                    "97": 26,
                    "98": 9,
                    "99": 11,
                    "structural_blank": 0
                  },
                  "post_missing_counts": {
                    "97": 16,
                    "98": 3,
                    "99": 3,
                    "structural_blank": 330
                  },
                  "pre_distribution_pct": {
                    "1": 19.38795288514943,
                    "2": 21.573651448238103,
                    "3": 27.543678940593274,
                    "4": 17.983119204818593,
                    "5": 13.511597521200594
                  },
                  "post_distribution_pct": {
                    "1": 18.212017711348608,
                    "2": 18.7758725056052,
                    "3": 23.152946998814365,
                    "4": 20.893679273384056,
                    "5": 18.96548351084777
                  },
                  "pre_pct": 31.49471672601919,
                  "post_pct": 39.859162784231835,
                  "change_pp": 8.364446058212643,
                  "variance_change": 0.00015285654078612334
                },
                "1": {
                  "n_unweighted": 966,
                  "n_weighted": 973.6126249385,
                  "n_eff": 839.3247929578924,
                  "eligible_n": 1400,
                  "eligible_weighted_n": 1412.9424855410998,
                  "eligible_n_eff": 1220.3001032310437,
                  "returned_n": 1019,
                  "pair_n": 966,
                  "excluded_pair_n": 434,
                  "status": "reportable",
                  "pre_missing_counts": {
                    "97": 19,
                    "98": 7,
                    "99": 9,
                    "structural_blank": 0
                  },
                  "post_missing_counts": {
                    "97": 17,
                    "98": 6,
                    "99": 4,
                    "structural_blank": 381
                  },
                  "pre_distribution_pct": {
                    "1": 22.28063882439924,
                    "2": 22.631493005189654,
                    "3": 26.407815053275506,
                    "4": 17.163217217541256,
                    "5": 11.516835899594344
                  },
                  "post_distribution_pct": {
                    "1": 18.1586559879467,
                    "2": 20.786678284649792,
                    "3": 24.018479871948184,
                    "4": 19.92894471742869,
                    "5": 17.10724113802663
                  },
                  "pre_pct": 28.6800531171356,
                  "post_pct": 37.03618585545532,
                  "change_pp": 8.356132738319722,
                  "variance_change": 0.000153405213765594
                }
              },
              "status": "reportable",
              "estimate_pp": -0.00831331989292039,
              "se_pp": 1.7500335841112231,
              "ci95_pp": [
                -3.4383161164864653,
                3.4216894767006245
              ],
              "p_raw": 0.9962097615126849,
              "interval_scope": "Pointwise, not simultaneous; fixed-weight normal approximation",
              "p_holm": 0.9962097615126849,
              "family": "PRIMARY_ASSIGNMENT",
              "family_size": 3
            },
            "chart": {
              "labels": [
                "Control change",
                "Assigned change"
              ],
              "values": [
                8.364446058212643,
                8.356132738319722
              ],
              "unit": "percentage_points",
              "bases": [
                1015,
                966
              ]
            }
          }
        },
        {
          "analysis_id": "analysis_results.json#/tables/ITT_usage",
          "values": {
            "analysis_id": "ITT_usage",
            "title": "Assignment difference in paired usage change",
            "source_variables": [
              "usage_pre",
              "usage_post",
              "assignment",
              "followup_status"
            ],
            "universe": "Endpoint-specific valid pairs; assigned grouping retained; observed pairs only",
            "weighting": "weight_base; fixed baseline profile weights, not attrition correction",
            "values": {
              "arms": {
                "0": {
                  "n_unweighted": 1007,
                  "n_weighted": 993.8101093811999,
                  "n_eff": 868.8313921823847,
                  "eligible_n": 1400,
                  "eligible_weighted_n": 1387.0575144395,
                  "eligible_n_eff": 1210.6116200875301,
                  "returned_n": 1070,
                  "pair_n": 1007,
                  "excluded_pair_n": 393,
                  "status": "reportable",
                  "pre_missing_counts": {
                    "97": 31,
                    "98": 7,
                    "99": 5,
                    "structural_blank": 0
                  },
                  "post_missing_counts": {
                    "97": 15,
                    "98": 8,
                    "99": 4,
                    "structural_blank": 330
                  },
                  "pre_distribution_pct": {
                    "0": 94.4930904811205,
                    "1": 5.506909518879493
                  },
                  "post_distribution_pct": {
                    "0": 90.90299316151128,
                    "1": 9.09700683848872
                  },
                  "pre_pct": 5.5069095188794925,
                  "post_pct": 9.09700683848872,
                  "change_pp": 3.5900973196092285,
                  "variance_change": 0.000039026581919763585
                },
                "1": {
                  "n_unweighted": 969,
                  "n_weighted": 973.3022379396,
                  "n_eff": 842.041140310847,
                  "eligible_n": 1400,
                  "eligible_weighted_n": 1412.9424855410998,
                  "eligible_n_eff": 1220.3001032310437,
                  "returned_n": 1019,
                  "pair_n": 969,
                  "excluded_pair_n": 431,
                  "status": "reportable",
                  "pre_missing_counts": {
                    "97": 25,
                    "98": 4,
                    "99": 8,
                    "structural_blank": 0
                  },
                  "post_missing_counts": {
                    "97": 14,
                    "98": 7,
                    "99": 3,
                    "structural_blank": 381
                  },
                  "pre_distribution_pct": {
                    "0": 93.81149865590488,
                    "1": 6.188501344095116
                  },
                  "post_distribution_pct": {
                    "0": 91.20051870766223,
                    "1": 8.799481292337774
                  },
                  "pre_pct": 6.188501344095118,
                  "post_pct": 8.799481292337775,
                  "change_pp": 2.6109799482426577,
                  "variance_change": 0.00003783184316117702
                }
              },
              "status": "reportable",
              "estimate_pp": -0.9791173713665708,
              "se_pp": 0.8766893696226765,
              "ci95_pp": [
                -2.69739696145614,
                0.7391622187229985
              ],
              "p_raw": 0.2640648812076475,
              "interval_scope": "Pointwise, not simultaneous; fixed-weight normal approximation",
              "p_holm": 0.528129762415295,
              "family": "PRIMARY_ASSIGNMENT",
              "family_size": 3
            },
            "chart": {
              "labels": [
                "Control change",
                "Assigned change"
              ],
              "values": [
                3.5900973196092285,
                2.6109799482426577
              ],
              "unit": "percentage_points",
              "bases": [
                1007,
                969
              ]
            }
          }
        },
        {
          "analysis_id": "analysis_results.json#/tables/profile_followup_status_baseline",
          "values": {
            "analysis_id": "profile_followup_status_baseline",
            "title": "Baseline profile by followup_status_baseline",
            "source_variables": [
              "awareness_pre",
              "consideration_pre",
              "usage_pre",
              "children_under18",
              "digital_confidence_pre",
              "budget_pressure_pre",
              "followup_status"
            ],
            "universe": "Valid baseline responses in stated groups; returned subset only where named",
            "weighting": "weight_base; fixed baseline profile weights, not attrition correction",
            "values": {
              "awareness_pre": {
                "0": {
                  "n_unweighted": 692,
                  "n_weighted": 703.2635371577001,
                  "n_eff": 605.4152559739317,
                  "eligible_n": 711,
                  "eligible_weighted_n": 723.4814917583999,
                  "eligible_n_eff": 622.0730663957901,
                  "structural_excluded_n": 0,
                  "missing_counts": {
                    "97": 9,
                    "98": 3,
                    "99": 7,
                    "unexpected_blank": 0
                  },
                  "status": "reportable",
                  "mean": 0.2781080356881098,
                  "distribution_pct": {
                    "0": 72.189196431189,
                    "1": 27.810803568810982
                  },
                  "pct": 27.810803568810982
                },
                "1": {
                  "n_unweighted": 2035,
                  "n_weighted": 2020.6512810964998,
                  "n_eff": 1761.9956819338065,
                  "eligible_n": 2089,
                  "eligible_weighted_n": 2076.5185082221997,
                  "eligible_n_eff": 1808.8503416140459,
                  "structural_excluded_n": 0,
                  "missing_counts": {
                    "97": 32,
                    "98": 8,
                    "99": 14,
                    "unexpected_blank": 0
                  },
                  "status": "reportable",
                  "mean": 0.3135943795598634,
                  "distribution_pct": {
                    "0": 68.64056204401366,
                    "1": 31.359437955986348
                  },
                  "pct": 31.359437955986348
                }
              },
              "consideration_pre": {
                "0": {
                  "n_unweighted": 691,
                  "n_weighted": 704.1399587939,
                  "n_eff": 604.7496518262419,
                  "eligible_n": 711,
                  "eligible_weighted_n": 723.4814917583999,
                  "eligible_n_eff": 622.0730663957901,
                  "structural_excluded_n": 0,
                  "missing_counts": {
                    "97": 9,
                    "98": 3,
                    "99": 8,
                    "unexpected_blank": 0
                  },
                  "status": "reportable",
                  "mean": 2.493921352363696,
                  "distribution_pct": {
                    "1": 27.43004525589398,
                    "2": 25.63875899183865,
                    "3": 24.940890912924765,
                    "4": 14.08962493868903,
                    "5": 7.9006799006535715
                  },
                  "top2_pct": 21.9903048393426
                },
                "1": {
                  "n_unweighted": 2028,
                  "n_weighted": 2018.3805819610998,
                  "n_eff": 1756.8155467516012,
                  "eligible_n": 2089,
                  "eligible_weighted_n": 2076.5185082221997,
                  "eligible_n_eff": 1808.8503416140459,
                  "structural_excluded_n": 0,
                  "missing_counts": {
                    "97": 36,
                    "98": 13,
                    "99": 12,
                    "unexpected_blank": 0
                  },
                  "status": "reportable",
                  "mean": 2.7926338493585123,
                  "distribution_pct": {
                    "1": 20.60084828730352,
                    "2": 22.249856246033545,
                    "3": 27.0157460507569,
                    "4": 17.552161075320328,
                    "5": 12.58138834058572
                  },
                  "top2_pct": 30.133549415906046
                }
              },
              "usage_pre": {
                "0": {
                  "n_unweighted": 694,
                  "n_weighted": 706.4287528870999,
                  "n_eff": 607.9273726948281,
                  "eligible_n": 711,
                  "eligible_weighted_n": 723.4814917583999,
                  "eligible_n_eff": 622.0730663957901,
                  "structural_excluded_n": 0,
                  "missing_counts": {
                    "97": 11,
                    "98": 4,
                    "99": 2,
                    "unexpected_blank": 0
                  },
                  "status": "reportable",
                  "mean": 0.03925272980633,
                  "distribution_pct": {
                    "0": 96.074727019367,
                    "1": 3.9252729806330002
                  },
                  "pct": 3.9252729806330002
                },
                "1": {
                  "n_unweighted": 2026,
                  "n_weighted": 2016.3050658698999,
                  "n_eff": 1754.9107457704927,
                  "eligible_n": 2089,
                  "eligible_weighted_n": 2076.5185082221997,
                  "eligible_n_eff": 1808.8503416140459,
                  "structural_excluded_n": 0,
                  "missing_counts": {
                    "97": 45,
                    "98": 7,
                    "99": 11,
                    "unexpected_blank": 0
                  },
                  "status": "reportable",
                  "mean": 0.05799135070806031,
                  "distribution_pct": {
                    "0": 94.20086492919397,
                    "1": 5.79913507080603
                  },
                  "pct": 5.79913507080603
                }
              },
              "children_under18": {
                "0": {
                  "n_unweighted": 711,
                  "n_weighted": 723.4814917583999,
                  "n_eff": 622.0730663957901,
                  "eligible_n": 711,
                  "eligible_weighted_n": 723.4814917583999,
                  "eligible_n_eff": 622.0730663957901,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0.42308654107701454,
                  "distribution_pct": {
                    "0": 57.691345892298564,
                    "1": 42.30865410770145
                  },
                  "pct": 42.30865410770145
                },
                "1": {
                  "n_unweighted": 2089,
                  "n_weighted": 2076.5185082221997,
                  "n_eff": 1808.8503416140459,
                  "eligible_n": 2089,
                  "eligible_weighted_n": 2076.5185082221997,
                  "eligible_n_eff": 1808.8503416140459,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0.32429933658170934,
                  "distribution_pct": {
                    "0": 67.57006634182909,
                    "1": 32.429933658170924
                  },
                  "pct": 32.429933658170924
                }
              },
              "digital_confidence_pre": {
                "0": {
                  "n_unweighted": 694,
                  "n_weighted": 706.3279880051,
                  "n_eff": 606.7870985429994,
                  "eligible_n": 711,
                  "eligible_weighted_n": 723.4814917583999,
                  "eligible_n_eff": 622.0730663957901,
                  "structural_excluded_n": 0,
                  "missing_counts": {
                    "97": 5,
                    "98": 7,
                    "99": 5,
                    "unexpected_blank": 0
                  },
                  "status": "reportable",
                  "mean": 2.9627371986271767,
                  "distribution_pct": {
                    "1": 16.25955439528339,
                    "2": 22.535438178198127,
                    "3": 24.642758134715624,
                    "4": 21.79623175212312,
                    "5": 14.766017539679726
                  },
                  "top2_pct": 36.56224929180284
                },
                "1": {
                  "n_unweighted": 2018,
                  "n_weighted": 2008.687310377,
                  "n_eff": 1745.9799297853563,
                  "eligible_n": 2089,
                  "eligible_weighted_n": 2076.5185082221997,
                  "eligible_n_eff": 1808.8503416140459,
                  "structural_excluded_n": 0,
                  "missing_counts": {
                    "97": 41,
                    "98": 13,
                    "99": 17,
                    "unexpected_blank": 0
                  },
                  "status": "reportable",
                  "mean": 3.274907727224682,
                  "distribution_pct": {
                    "1": 10.76997383422496,
                    "2": 18.619210022564715,
                    "3": 24.267012519823876,
                    "4": 25.037676833290096,
                    "5": 21.30612679009636
                  },
                  "top2_pct": 46.34380362338646
                }
              },
              "budget_pressure_pre": {
                "0": {
                  "n_unweighted": 692,
                  "n_weighted": 703.0564486443,
                  "n_eff": 605.9801314363735,
                  "eligible_n": 711,
                  "eligible_weighted_n": 723.4814917583999,
                  "eligible_n_eff": 622.0730663957901,
                  "structural_excluded_n": 0,
                  "missing_counts": {
                    "97": 12,
                    "98": 2,
                    "99": 5,
                    "unexpected_blank": 0
                  },
                  "status": "reportable",
                  "mean": 3.481489901669284,
                  "distribution_pct": {
                    "1": 6.380393251722389,
                    "2": 12.760751199608153,
                    "3": 31.66331190538961,
                    "4": 24.720559416578375,
                    "5": 24.474984226701476
                  },
                  "top2_pct": 49.19554364327985
                },
                "1": {
                  "n_unweighted": 2036,
                  "n_weighted": 2026.3617417657,
                  "n_eff": 1762.9042947510152,
                  "eligible_n": 2089,
                  "eligible_weighted_n": 2076.5185082221997,
                  "eligible_n_eff": 1808.8503416140459,
                  "structural_excluded_n": 0,
                  "missing_counts": {
                    "97": 34,
                    "98": 11,
                    "99": 8,
                    "unexpected_blank": 0
                  },
                  "status": "reportable",
                  "mean": 2.929190824749893,
                  "distribution_pct": {
                    "1": 15.78547393736204,
                    "2": 21.324220128276714,
                    "3": 29.207218395866878,
                    "4": 21.55192459899868,
                    "5": 12.131162939495692
                  },
                  "top2_pct": 33.68308753849438
                }
              }
            }
          }
        },
        {
          "analysis_id": "analysis_results.json#/tables/HET_consideration",
          "values": {
            "analysis_id": "HET_consideration",
            "title": "Children interaction in assignment change for consideration",
            "source_variables": [
              "consideration_pre",
              "consideration_post",
              "children_under18",
              "assignment"
            ],
            "universe": "Endpoint-specific pairs; four disjoint assignment × children cells",
            "weighting": "weight_base; fixed baseline profile weights, not attrition correction",
            "values": {
              "groups": {
                "0": {
                  "arms": {
                    "0": {
                      "n_unweighted": 663,
                      "n_weighted": 690.8556256511,
                      "n_eff": 567.8472271965826,
                      "eligible_n": 874,
                      "eligible_weighted_n": 922.522697878,
                      "eligible_n_eff": 748.5739252513517,
                      "returned_n": 699,
                      "pair_n": 663,
                      "excluded_pair_n": 211,
                      "status": "reportable",
                      "pre_missing_counts": {
                        "97": 20,
                        "98": 5,
                        "99": 3,
                        "structural_blank": 0
                      },
                      "post_missing_counts": {
                        "97": 9,
                        "98": 3,
                        "99": 2,
                        "structural_blank": 175
                      },
                      "pre_distribution_pct": {
                        "1": 20.227154348927968,
                        "2": 21.198085589269,
                        "3": 27.122701550270236,
                        "4": 17.870503576929714,
                        "5": 13.581554934603082
                      },
                      "post_distribution_pct": {
                        "1": 19.428908680811332,
                        "2": 17.397845765534967,
                        "3": 21.965213234108717,
                        "4": 21.655161123817038,
                        "5": 19.55287119572794
                      },
                      "pre_pct": 31.452058511532805,
                      "post_pct": 41.208032319544984,
                      "change_pp": 9.755973808012183,
                      "variance_change": 0.00022761419210888406
                    },
                    "1": {
                      "n_unweighted": 598,
                      "n_weighted": 641.2937411533001,
                      "n_eff": 516.1747454512258,
                      "eligible_n": 836,
                      "eligible_weighted_n": 897.9684456052,
                      "eligible_n_eff": 723.1861793319956,
                      "returned_n": 631,
                      "pair_n": 598,
                      "excluded_pair_n": 238,
                      "status": "reportable",
                      "pre_missing_counts": {
                        "97": 15,
                        "98": 4,
                        "99": 4,
                        "structural_blank": 0
                      },
                      "post_missing_counts": {
                        "97": 11,
                        "98": 2,
                        "99": 2,
                        "structural_blank": 205
                      },
                      "pre_distribution_pct": {
                        "1": 25.126717449887092,
                        "2": 23.4794728964158,
                        "3": 25.53478530593598,
                        "4": 15.668292012346413,
                        "5": 10.190732335414701
                      },
                      "post_distribution_pct": {
                        "1": 19.820908996664375,
                        "2": 22.07992409485429,
                        "3": 23.80478331645018,
                        "4": 19.73686426254133,
                        "5": 14.55751932948981
                      },
                      "pre_pct": 25.85902434776111,
                      "post_pct": 34.29438359203114,
                      "change_pp": 8.435359244270026,
                      "variance_change": 0.00023701296693192002
                    }
                  },
                  "status": "reportable",
                  "estimate_pp": -1.320614563742156,
                  "se_pp": 2.155521187649994,
                  "ci95_pp": [
                    -5.545358459449147,
                    2.9041293319648354
                  ],
                  "p_raw": 0.5400972021482657,
                  "interval_scope": "Pointwise, not simultaneous; fixed-weight normal approximation"
                },
                "1": {
                  "arms": {
                    "0": {
                      "n_unweighted": 352,
                      "n_weighted": 309.31519617109996,
                      "n_eff": 319.6334728349744,
                      "eligible_n": 526,
                      "eligible_weighted_n": 464.53481656149995,
                      "eligible_n_eff": 477.07134297794,
                      "returned_n": 371,
                      "pair_n": 352,
                      "excluded_pair_n": 174,
                      "status": "reportable",
                      "pre_missing_counts": {
                        "97": 6,
                        "98": 4,
                        "99": 8,
                        "structural_blank": 0
                      },
                      "post_missing_counts": {
                        "97": 7,
                        "98": 0,
                        "99": 1,
                        "structural_blank": 155
                      },
                      "pre_distribution_pct": {
                        "1": 17.513596049524267,
                        "2": 22.412477958164153,
                        "3": 28.483932125618544,
                        "4": 18.23464625886034,
                        "5": 13.355347607832693
                      },
                      "post_distribution_pct": {
                        "1": 15.494091199932383,
                        "2": 21.853695831002216,
                        "3": 25.805750880679774,
                        "4": 19.1929092280875,
                        "5": 17.653552860298134
                      },
                      "pre_pct": 31.589993866693035,
                      "post_pct": 36.846462088385636,
                      "change_pp": 5.256468221692601,
                      "variance_change": 0.00045568812120014415
                    },
                    "1": {
                      "n_unweighted": 368,
                      "n_weighted": 332.31888378519994,
                      "n_eff": 331.9933923800815,
                      "eligible_n": 564,
                      "eligible_weighted_n": 514.9740399359,
                      "eligible_n_eff": 509.0142739924418,
                      "returned_n": 388,
                      "pair_n": 368,
                      "excluded_pair_n": 196,
                      "status": "reportable",
                      "pre_missing_counts": {
                        "97": 4,
                        "98": 3,
                        "99": 5,
                        "structural_blank": 0
                      },
                      "post_missing_counts": {
                        "97": 6,
                        "98": 4,
                        "99": 2,
                        "structural_blank": 176
                      },
                      "pre_distribution_pct": {
                        "1": 16.78840681950578,
                        "2": 20.995100301070302,
                        "3": 28.09254782088845,
                        "4": 20.04805531841616,
                        "5": 14.075889740119315
                      },
                      "post_distribution_pct": {
                        "1": 14.950916365804408,
                        "2": 18.291031830827027,
                        "3": 24.430861684218186,
                        "4": 20.29961277009572,
                        "5": 22.02757734905466
                      },
                      "pre_pct": 34.12394505853548,
                      "post_pct": 42.32719011915038,
                      "change_pp": 8.203245060614904,
                      "variance_change": 0.00043521114640563785
                    }
                  },
                  "status": "reportable",
                  "estimate_pp": 2.946776838922303,
                  "se_pp": 2.984793573441524,
                  "ci95_pp": [
                    -2.9033110663096924,
                    8.796864744154298
                  ],
                  "p_raw": 0.32351362879109274,
                  "interval_scope": "Pointwise, not simultaneous; fixed-weight normal approximation"
                }
              },
              "estimate_pp": 4.267391402664459,
              "se_pp": 3.681747447403999,
              "ci95_pp": [
                -2.9487009944196556,
                11.483483799748573
              ],
              "p_raw": 0.24642893854544323,
              "interval_scope": "Pointwise, not simultaneous; fixed-weight normal approximation",
              "p_holm": 0.47168887192176795,
              "family": "SECONDARY_CHILDREN_HETEROGENEITY",
              "family_size": 3
            },
            "chart": {
              "labels": [
                "No children under 18",
                "Children under 18"
              ],
              "values": [
                -1.320614563742156,
                2.946776838922303
              ],
              "unit": "percentage_points",
              "bases": []
            }
          }
        },
        {
          "analysis_id": "analysis_results.json#/tables/HET_usage",
          "values": {
            "analysis_id": "HET_usage",
            "title": "Children interaction in assignment change for usage",
            "source_variables": [
              "usage_pre",
              "usage_post",
              "children_under18",
              "assignment"
            ],
            "universe": "Endpoint-specific pairs; four disjoint assignment × children cells",
            "weighting": "weight_base; fixed baseline profile weights, not attrition correction",
            "values": {
              "groups": {
                "0": {
                  "arms": {
                    "0": {
                      "n_unweighted": 662,
                      "n_weighted": 693.4281311717,
                      "n_eff": 566.033636297269,
                      "eligible_n": 874,
                      "eligible_weighted_n": 922.522697878,
                      "eligible_n_eff": 748.5739252513517,
                      "returned_n": 699,
                      "pair_n": 662,
                      "excluded_pair_n": 212,
                      "status": "reportable",
                      "pre_missing_counts": {
                        "97": 19,
                        "98": 5,
                        "99": 4,
                        "structural_blank": 0
                      },
                      "post_missing_counts": {
                        "97": 8,
                        "98": 5,
                        "99": 1,
                        "structural_blank": 175
                      },
                      "pre_distribution_pct": {
                        "0": 94.54235369177297,
                        "1": 5.457646308227035
                      },
                      "post_distribution_pct": {
                        "0": 90.64090862038731,
                        "1": 9.359091379612696
                      },
                      "pre_pct": 5.457646308227035,
                      "post_pct": 9.359091379612696,
                      "change_pp": 3.9014450713856625,
                      "variance_change": 0.00006033256366930301
                    },
                    "1": {
                      "n_unweighted": 600,
                      "n_weighted": 642.1548474964001,
                      "n_eff": 518.4507068695431,
                      "eligible_n": 836,
                      "eligible_weighted_n": 897.9684456052,
                      "eligible_n_eff": 723.1861793319956,
                      "returned_n": 631,
                      "pair_n": 600,
                      "excluded_pair_n": 236,
                      "status": "reportable",
                      "pre_missing_counts": {
                        "97": 12,
                        "98": 3,
                        "99": 7,
                        "structural_blank": 0
                      },
                      "post_missing_counts": {
                        "97": 8,
                        "98": 3,
                        "99": 3,
                        "structural_blank": 205
                      },
                      "pre_distribution_pct": {
                        "0": 93.24910565034034,
                        "1": 6.7508943496596485
                      },
                      "post_distribution_pct": {
                        "0": 91.24242904364039,
                        "1": 8.757570956359597
                      },
                      "pre_pct": 6.750894349659648,
                      "post_pct": 8.757570956359597,
                      "change_pp": 2.00667660669995,
                      "variance_change": 0.00004347788708084009
                    }
                  },
                  "status": "reportable",
                  "estimate_pp": -1.8947684646857126,
                  "se_pp": 1.0188741372227637,
                  "ci95_pp": [
                    -3.89172507842165,
                    0.102188149050225
                  ],
                  "p_raw": 0.06293239597588662,
                  "interval_scope": "Pointwise, not simultaneous; fixed-weight normal approximation"
                },
                "1": {
                  "arms": {
                    "0": {
                      "n_unweighted": 345,
                      "n_weighted": 300.3819782095,
                      "n_eff": 314.0903198670086,
                      "eligible_n": 526,
                      "eligible_weighted_n": 464.53481656149995,
                      "eligible_n_eff": 477.07134297794,
                      "returned_n": 371,
                      "pair_n": 345,
                      "excluded_pair_n": 181,
                      "status": "reportable",
                      "pre_missing_counts": {
                        "97": 12,
                        "98": 2,
                        "99": 1,
                        "structural_blank": 0
                      },
                      "post_missing_counts": {
                        "97": 7,
                        "98": 3,
                        "99": 3,
                        "structural_blank": 155
                      },
                      "pre_distribution_pct": {
                        "0": 94.37936696048229,
                        "1": 5.620633039517693
                      },
                      "post_distribution_pct": {
                        "0": 91.50801212651004,
                        "1": 8.491987873489961
                      },
                      "pre_pct": 5.620633039517695,
                      "post_pct": 8.491987873489961,
                      "change_pp": 2.871354833972267,
                      "variance_change": 0.00010619103777258821
                    },
                    "1": {
                      "n_unweighted": 369,
                      "n_weighted": 331.1473904432,
                      "n_eff": 332.6519155308816,
                      "eligible_n": 564,
                      "eligible_weighted_n": 514.9740399359,
                      "eligible_n_eff": 509.0142739924418,
                      "returned_n": 388,
                      "pair_n": 369,
                      "excluded_pair_n": 195,
                      "status": "reportable",
                      "pre_missing_counts": {
                        "97": 13,
                        "98": 1,
                        "99": 1,
                        "structural_blank": 0
                      },
                      "post_missing_counts": {
                        "97": 6,
                        "98": 4,
                        "99": 0,
                        "structural_blank": 176
                      },
                      "pre_distribution_pct": {
                        "0": 94.9020806902008,
                        "1": 5.097919309799186
                      },
                      "post_distribution_pct": {
                        "0": 91.11924696527413,
                        "1": 8.880753034725867
                      },
                      "pre_pct": 5.097919309799186,
                      "post_pct": 8.880753034725867,
                      "change_pp": 3.7828337249266797,
                      "variance_change": 0.00016248887867884918
                    }
                  },
                  "status": "reportable",
                  "estimate_pp": 0.9114788909544127,
                  "se_pp": 1.6391458643190893,
                  "ci95_pp": [
                    -2.3011879685187804,
                    4.124145750427606
                  ],
                  "p_raw": 0.5781633987160403,
                  "interval_scope": "Pointwise, not simultaneous; fixed-weight normal approximation"
                }
              },
              "estimate_pp": 2.8062473556401253,
              "se_pp": 1.930000951299197,
              "ci95_pp": [
                -0.9764849990343434,
                6.588979710314594
              ],
              "p_raw": 0.14594257526645016,
              "interval_scope": "Pointwise, not simultaneous; fixed-weight normal approximation",
              "p_holm": 0.4378277257993505,
              "family": "SECONDARY_CHILDREN_HETEROGENEITY",
              "family_size": 3
            },
            "chart": {
              "labels": [
                "No children under 18",
                "Children under 18"
              ],
              "values": [
                -1.8947684646857126,
                0.9114788909544127
              ],
              "unit": "percentage_points",
              "bases": []
            }
          }
        },
        {
          "analysis_id": "analysis_results.json#/tables/older_digital_online",
          "values": {
            "analysis_id": "older_digital_online",
            "title": "Exploratory older digital online-grocery subgroup",
            "source_variables": [
              "age_band",
              "online_grocery_pre",
              "digital_confidence_pre",
              "awareness_pre",
              "awareness_post",
              "assignment"
            ],
            "universe": "Age 65+, baseline online grocery, valid digital confidence 4/5; endpoint pairs by assignment",
            "weighting": "weight_base; fixed baseline profile weights, not attrition correction",
            "values": {
              "arms": {
                "0": {
                  "n_unweighted": 22,
                  "n_weighted": 23.044983403200007,
                  "n_eff": 22.00000000000002,
                  "eligible_n": 26,
                  "eligible_weighted_n": 27.234980385600004,
                  "eligible_n_eff": 26.000000000000004,
                  "returned_n": 22,
                  "pair_n": 22,
                  "excluded_pair_n": 4,
                  "status": "suppressed",
                  "pre_missing_counts": {
                    "97": 0,
                    "98": 0,
                    "99": 0,
                    "structural_blank": 0
                  },
                  "post_missing_counts": {
                    "97": 0,
                    "98": 0,
                    "99": 0,
                    "structural_blank": 4
                  }
                },
                "1": {
                  "n_unweighted": 21,
                  "n_weighted": 21.997484157600006,
                  "n_eff": 21.000000000000014,
                  "eligible_n": 28,
                  "eligible_weighted_n": 29.329978876800006,
                  "eligible_n_eff": 28.000000000000014,
                  "returned_n": 21,
                  "pair_n": 21,
                  "excluded_pair_n": 7,
                  "status": "suppressed",
                  "pre_missing_counts": {
                    "97": 0,
                    "98": 0,
                    "99": 0,
                    "structural_blank": 0
                  },
                  "post_missing_counts": {
                    "97": 0,
                    "98": 0,
                    "99": 0,
                    "structural_blank": 7
                  }
                }
              },
              "status": "suppressed"
            }
          }
        }
      ]
    },
    {
      "model_finding_id": "F1",
      "proposition": "Assignment supports an awareness benefit among observed pairs: awareness rose 27.93 percentage points in the assigned arm versus 14.33 in control, an additional 13.59 points (95% CI 9.52–17.66; Holm p=1.81e-10). [software QA edit]",
      "evidence_refs": [
        "analysis_results.json#/tables/ITT_awareness"
      ],
      "importance": "primary",
      "claim_strength": "Supported within the prespecified primary family and observed-pair estimand.",
      "qualification": "Assigned/control paired N=960/1016, weighted N=965.21/999.79, ESS=834.41/876.62; eligible N=1400 per arm. Selection into follow-up prevents automatic interpretation as a full-cohort or target-population effect.",
      "topic_cluster": "campaign_outcomes",
      "original_proposition": "Assignment supports an awareness benefit among observed pairs: awareness rose 27.93 percentage points in the assigned arm versus 14.33 in control, an additional 13.59 points (95% CI 9.52–17.66; Holm p=1.81e-10).",
      "original_importance": "primary",
      "review": {
        "decision": "accept",
        "text": "Assignment supports an awareness benefit among observed pairs: awareness rose 27.93 percentage points in the assigned arm versus 14.33 in control, an additional 13.59 points (95% CI 9.52–17.66; Holm p=1.81e-10). [software QA edit]",
        "reason": "Software QA: verify original wording survives a revision. No human assessment.",
        "importance": "primary"
      },
      "evidence": [
        {
          "analysis_id": "analysis_results.json#/tables/ITT_awareness",
          "values": {
            "analysis_id": "ITT_awareness",
            "title": "Assignment difference in paired awareness change",
            "source_variables": [
              "awareness_pre",
              "awareness_post",
              "assignment",
              "followup_status"
            ],
            "universe": "Endpoint-specific valid pairs; assigned grouping retained; observed pairs only",
            "weighting": "weight_base; fixed baseline profile weights, not attrition correction",
            "values": {
              "arms": {
                "0": {
                  "n_unweighted": 1016,
                  "n_weighted": 999.792714557,
                  "n_eff": 876.6181457370669,
                  "eligible_n": 1400,
                  "eligible_weighted_n": 1387.0575144395,
                  "eligible_n_eff": 1210.6116200875301,
                  "returned_n": 1070,
                  "pair_n": 1016,
                  "excluded_pair_n": 384,
                  "status": "reportable",
                  "pre_missing_counts": {
                    "97": 17,
                    "98": 5,
                    "99": 11,
                    "structural_blank": 0
                  },
                  "post_missing_counts": {
                    "97": 15,
                    "98": 8,
                    "99": 6,
                    "structural_blank": 330
                  },
                  "pre_distribution_pct": {
                    "0": 68.63139161956558,
                    "1": 31.36860838043443
                  },
                  "post_distribution_pct": {
                    "0": 54.29713369107078,
                    "1": 45.70286630892922
                  },
                  "pre_pct": 31.36860838043443,
                  "post_pct": 45.70286630892922,
                  "change_pp": 14.334257928494786,
                  "variance_change": 0.0001577176748665947
                },
                "1": {
                  "n_unweighted": 960,
                  "n_weighted": 965.2055471422999,
                  "n_eff": 834.4067153467572,
                  "eligible_n": 1400,
                  "eligible_weighted_n": 1412.9424855410998,
                  "eligible_n_eff": 1220.3001032310437,
                  "returned_n": 1019,
                  "pair_n": 960,
                  "excluded_pair_n": 440,
                  "status": "reportable",
                  "pre_missing_counts": {
                    "97": 24,
                    "98": 6,
                    "99": 10,
                    "structural_blank": 0
                  },
                  "post_missing_counts": {
                    "97": 17,
                    "98": 9,
                    "99": 6,
                    "structural_blank": 381
                  },
                  "pre_distribution_pct": {
                    "0": 69.16618879194823,
                    "1": 30.833811208051777
                  },
                  "post_distribution_pct": {
                    "0": 41.23995706678378,
                    "1": 58.76004293321622
                  },
                  "pre_pct": 30.83381120805178,
                  "post_pct": 58.76004293321622,
                  "change_pp": 27.926231725164445,
                  "variance_change": 0.00027382027780075867
                }
              },
              "status": "reportable",
              "estimate_pp": 13.59197379666966,
              "se_pp": 2.0773491585849344,
              "ci95_pp": [
                9.520444262528603,
                17.663503330810716
              ],
              "p_raw": 6.032047417436093e-11,
              "interval_scope": "Pointwise, not simultaneous; fixed-weight normal approximation",
              "p_holm": 1.8096142252308278e-10,
              "family": "PRIMARY_ASSIGNMENT",
              "family_size": 3
            },
            "chart": {
              "labels": [
                "Control change",
                "Assigned change"
              ],
              "values": [
                14.334257928494786,
                27.926231725164445
              ],
              "unit": "percentage_points",
              "bases": [
                1016,
                960
              ]
            }
          }
        }
      ]
    },
    {
      "model_finding_id": "F2",
      "proposition": "The study does not establish incremental consideration or reported use. Consideration rose 8.356 points assigned versus 8.364 control: contrast −0.008 points (95% CI −3.44 to 3.42; Holm p=.996). Usage rose 2.61 versus 3.59 points: contrast −0.98 (−2.70 to 0.74; Holm p=.528).",
      "evidence_refs": [
        "analysis_results.json#/tables/ITT_consideration",
        "analysis_results.json#/tables/ITT_usage"
      ],
      "importance": "primary",
      "claim_strength": "No statistically supported downstream assignment benefit; absence or equivalence is not established.",
      "qualification": "Assigned/control consideration pairs: N=966/1015, weighted N=973.61/1000.17, ESS=839.32/877.62; usage pairs: N=969/1007, weighted N=973.30/993.81, ESS=842.04/868.83. Each arm began with 1400 eligible households. Control growth cannot be assigned to a particular secular mechanism.",
      "topic_cluster": "campaign_outcomes",
      "original_proposition": "The study does not establish incremental consideration or reported use. Consideration rose 8.356 points assigned versus 8.364 control: contrast −0.008 points (95% CI −3.44 to 3.42; Holm p=.996). Usage rose 2.61 versus 3.59 points: contrast −0.98 (−2.70 to 0.74; Holm p=.528).",
      "original_importance": "primary",
      "review": {
        "decision": "accept",
        "text": "The study does not establish incremental consideration or reported use. Consideration rose 8.356 points assigned versus 8.364 control: contrast −0.008 points (95% CI −3.44 to 3.42; Holm p=.996). Usage rose 2.61 versus 3.59 points: contrast −0.98 (−2.70 to 0.74; Holm p=.528).",
        "reason": "",
        "importance": "primary"
      },
      "evidence": [
        {
          "analysis_id": "analysis_results.json#/tables/ITT_consideration",
          "values": {
            "analysis_id": "ITT_consideration",
            "title": "Assignment difference in paired consideration change",
            "source_variables": [
              "consideration_pre",
              "consideration_post",
              "assignment",
              "followup_status"
            ],
            "universe": "Endpoint-specific valid pairs; assigned grouping retained; observed pairs only",
            "weighting": "weight_base; fixed baseline profile weights, not attrition correction",
            "values": {
              "arms": {
                "0": {
                  "n_unweighted": 1015,
                  "n_weighted": 1000.1708218222,
                  "n_eff": 877.6155602347469,
                  "eligible_n": 1400,
                  "eligible_weighted_n": 1387.0575144395,
                  "eligible_n_eff": 1210.6116200875301,
                  "returned_n": 1070,
                  "pair_n": 1015,
                  "excluded_pair_n": 385,
                  "status": "reportable",
                  "pre_missing_counts": {
                    "97": 26,
                    "98": 9,
                    "99": 11,
                    "structural_blank": 0
                  },
                  "post_missing_counts": {
                    "97": 16,
                    "98": 3,
                    "99": 3,
                    "structural_blank": 330
                  },
                  "pre_distribution_pct": {
                    "1": 19.38795288514943,
                    "2": 21.573651448238103,
                    "3": 27.543678940593274,
                    "4": 17.983119204818593,
                    "5": 13.511597521200594
                  },
                  "post_distribution_pct": {
                    "1": 18.212017711348608,
                    "2": 18.7758725056052,
                    "3": 23.152946998814365,
                    "4": 20.893679273384056,
                    "5": 18.96548351084777
                  },
                  "pre_pct": 31.49471672601919,
                  "post_pct": 39.859162784231835,
                  "change_pp": 8.364446058212643,
                  "variance_change": 0.00015285654078612334
                },
                "1": {
                  "n_unweighted": 966,
                  "n_weighted": 973.6126249385,
                  "n_eff": 839.3247929578924,
                  "eligible_n": 1400,
                  "eligible_weighted_n": 1412.9424855410998,
                  "eligible_n_eff": 1220.3001032310437,
                  "returned_n": 1019,
                  "pair_n": 966,
                  "excluded_pair_n": 434,
                  "status": "reportable",
                  "pre_missing_counts": {
                    "97": 19,
                    "98": 7,
                    "99": 9,
                    "structural_blank": 0
                  },
                  "post_missing_counts": {
                    "97": 17,
                    "98": 6,
                    "99": 4,
                    "structural_blank": 381
                  },
                  "pre_distribution_pct": {
                    "1": 22.28063882439924,
                    "2": 22.631493005189654,
                    "3": 26.407815053275506,
                    "4": 17.163217217541256,
                    "5": 11.516835899594344
                  },
                  "post_distribution_pct": {
                    "1": 18.1586559879467,
                    "2": 20.786678284649792,
                    "3": 24.018479871948184,
                    "4": 19.92894471742869,
                    "5": 17.10724113802663
                  },
                  "pre_pct": 28.6800531171356,
                  "post_pct": 37.03618585545532,
                  "change_pp": 8.356132738319722,
                  "variance_change": 0.000153405213765594
                }
              },
              "status": "reportable",
              "estimate_pp": -0.00831331989292039,
              "se_pp": 1.7500335841112231,
              "ci95_pp": [
                -3.4383161164864653,
                3.4216894767006245
              ],
              "p_raw": 0.9962097615126849,
              "interval_scope": "Pointwise, not simultaneous; fixed-weight normal approximation",
              "p_holm": 0.9962097615126849,
              "family": "PRIMARY_ASSIGNMENT",
              "family_size": 3
            },
            "chart": {
              "labels": [
                "Control change",
                "Assigned change"
              ],
              "values": [
                8.364446058212643,
                8.356132738319722
              ],
              "unit": "percentage_points",
              "bases": [
                1015,
                966
              ]
            }
          }
        },
        {
          "analysis_id": "analysis_results.json#/tables/ITT_usage",
          "values": {
            "analysis_id": "ITT_usage",
            "title": "Assignment difference in paired usage change",
            "source_variables": [
              "usage_pre",
              "usage_post",
              "assignment",
              "followup_status"
            ],
            "universe": "Endpoint-specific valid pairs; assigned grouping retained; observed pairs only",
            "weighting": "weight_base; fixed baseline profile weights, not attrition correction",
            "values": {
              "arms": {
                "0": {
                  "n_unweighted": 1007,
                  "n_weighted": 993.8101093811999,
                  "n_eff": 868.8313921823847,
                  "eligible_n": 1400,
                  "eligible_weighted_n": 1387.0575144395,
                  "eligible_n_eff": 1210.6116200875301,
                  "returned_n": 1070,
                  "pair_n": 1007,
                  "excluded_pair_n": 393,
                  "status": "reportable",
                  "pre_missing_counts": {
                    "97": 31,
                    "98": 7,
                    "99": 5,
                    "structural_blank": 0
                  },
                  "post_missing_counts": {
                    "97": 15,
                    "98": 8,
                    "99": 4,
                    "structural_blank": 330
                  },
                  "pre_distribution_pct": {
                    "0": 94.4930904811205,
                    "1": 5.506909518879493
                  },
                  "post_distribution_pct": {
                    "0": 90.90299316151128,
                    "1": 9.09700683848872
                  },
                  "pre_pct": 5.5069095188794925,
                  "post_pct": 9.09700683848872,
                  "change_pp": 3.5900973196092285,
                  "variance_change": 0.000039026581919763585
                },
                "1": {
                  "n_unweighted": 969,
                  "n_weighted": 973.3022379396,
                  "n_eff": 842.041140310847,
                  "eligible_n": 1400,
                  "eligible_weighted_n": 1412.9424855410998,
                  "eligible_n_eff": 1220.3001032310437,
                  "returned_n": 1019,
                  "pair_n": 969,
                  "excluded_pair_n": 431,
                  "status": "reportable",
                  "pre_missing_counts": {
                    "97": 25,
                    "98": 4,
                    "99": 8,
                    "structural_blank": 0
                  },
                  "post_missing_counts": {
                    "97": 14,
                    "98": 7,
                    "99": 3,
                    "structural_blank": 381
                  },
                  "pre_distribution_pct": {
                    "0": 93.81149865590488,
                    "1": 6.188501344095116
                  },
                  "post_distribution_pct": {
                    "0": 91.20051870766223,
                    "1": 8.799481292337774
                  },
                  "pre_pct": 6.188501344095118,
                  "post_pct": 8.799481292337775,
                  "change_pp": 2.6109799482426577,
                  "variance_change": 0.00003783184316117702
                }
              },
              "status": "reportable",
              "estimate_pp": -0.9791173713665708,
              "se_pp": 0.8766893696226765,
              "ci95_pp": [
                -2.69739696145614,
                0.7391622187229985
              ],
              "p_raw": 0.2640648812076475,
              "interval_scope": "Pointwise, not simultaneous; fixed-weight normal approximation",
              "p_holm": 0.528129762415295,
              "family": "PRIMARY_ASSIGNMENT",
              "family_size": 3
            },
            "chart": {
              "labels": [
                "Control change",
                "Assigned change"
              ],
              "values": [
                3.5900973196092285,
                2.6109799482426577
              ],
              "unit": "percentage_points",
              "bases": [
                1007,
                969
              ]
            }
          }
        }
      ]
    },
    {
      "model_finding_id": "F3",
      "proposition": "Attrition materially limits interpretation: 1019 assigned and 1070 control households returned, with weighted return rates of 72.38% and 75.98%. Returners had higher baseline consideration (30.13% versus 21.99%), higher digital confidence (46.34% versus 36.56%), and lower high budget pressure (33.68% versus 49.20%) than nonreturners.",
      "evidence_refs": [
        "analysis_results.json#/tables/followup_status_by_assignment",
        "analysis_results.json#/tables/profile_followup_status_baseline",
        "analysis_results.json#/tables/profile_assignment_baseline",
        "analysis_results.json#/tables/profile_assignment_returners"
      ],
      "importance": "primary",
      "claim_strength": "Descriptive evidence of selective follow-up; direction and size of resulting outcome bias remain unknown.",
      "qualification": "Return-status denominators are all 1400 households per arm. Exact eligible/valid N, weighted N and ESS for all six baseline profiles are retained in attrition_audit. Arm differences also existed before attrition: consideration was 29.79% control versus 26.31% assigned, and 31.48% versus 28.76% among returners. These comparisons neither invalidate randomisation nor establish ignorable missingness.",
      "topic_cluster": "scope_and_attrition",
      "original_proposition": "Attrition materially limits interpretation: 1019 assigned and 1070 control households returned, with weighted return rates of 72.38% and 75.98%. Returners had higher baseline consideration (30.13% versus 21.99%), higher digital confidence (46.34% versus 36.56%), and lower high budget pressure (33.68% versus 49.20%) than nonreturners.",
      "original_importance": "primary",
      "review": {
        "decision": "accept",
        "text": "Attrition materially limits interpretation: 1019 assigned and 1070 control households returned, with weighted return rates of 72.38% and 75.98%. Returners had higher baseline consideration (30.13% versus 21.99%), higher digital confidence (46.34% versus 36.56%), and lower high budget pressure (33.68% versus 49.20%) than nonreturners.",
        "reason": "",
        "importance": "primary"
      },
      "evidence": [
        {
          "analysis_id": "analysis_results.json#/tables/followup_status_by_assignment",
          "values": {
            "analysis_id": "followup_status_by_assignment",
            "title": "followup_status by assigned arm",
            "source_variables": [
              "followup_status",
              "assignment"
            ],
            "universe": "All enrolled within assignment; recall additionally requires returned survey with valid recall",
            "weighting": "weight_base; fixed baseline profile weights, not attrition correction",
            "values": {
              "0": {
                "n_unweighted": 1400,
                "n_weighted": 1387.0575144395,
                "n_eff": 1210.6116200875301,
                "eligible_n": 1400,
                "eligible_weighted_n": 1387.0575144395,
                "eligible_n_eff": 1210.6116200875301,
                "structural_excluded_n": 0,
                "missing_counts": {
                  "97": 0,
                  "98": 0,
                  "99": 0,
                  "unexpected_blank": 0
                },
                "status": "reportable",
                "mean": 0.759794206107138,
                "distribution_pct": {
                  "0": 24.0205793892862,
                  "1": 75.9794206107138
                },
                "pct": 75.9794206107138
              },
              "1": {
                "n_unweighted": 1400,
                "n_weighted": 1412.9424855410998,
                "n_eff": 1220.3001032310437,
                "eligible_n": 1400,
                "eligible_weighted_n": 1412.9424855410998,
                "eligible_n_eff": 1220.3001032310437,
                "structural_excluded_n": 0,
                "missing_counts": {
                  "97": 0,
                  "98": 0,
                  "99": 0,
                  "unexpected_blank": 0
                },
                "status": "reportable",
                "mean": 0.7237663639380694,
                "distribution_pct": {
                  "0": 27.623363606193074,
                  "1": 72.37663639380693
                },
                "pct": 72.37663639380693
              }
            },
            "chart": {
              "labels": [
                "Control",
                "Assigned"
              ],
              "values": [
                75.9794206107138,
                72.37663639380693
              ],
              "unit": "percent",
              "bases": [
                1400,
                1400
              ]
            }
          }
        },
        {
          "analysis_id": "analysis_results.json#/tables/profile_followup_status_baseline",
          "values": {
            "analysis_id": "profile_followup_status_baseline",
            "title": "Baseline profile by followup_status_baseline",
            "source_variables": [
              "awareness_pre",
              "consideration_pre",
              "usage_pre",
              "children_under18",
              "digital_confidence_pre",
              "budget_pressure_pre",
              "followup_status"
            ],
            "universe": "Valid baseline responses in stated groups; returned subset only where named",
            "weighting": "weight_base; fixed baseline profile weights, not attrition correction",
            "values": {
              "awareness_pre": {
                "0": {
                  "n_unweighted": 692,
                  "n_weighted": 703.2635371577001,
                  "n_eff": 605.4152559739317,
                  "eligible_n": 711,
                  "eligible_weighted_n": 723.4814917583999,
                  "eligible_n_eff": 622.0730663957901,
                  "structural_excluded_n": 0,
                  "missing_counts": {
                    "97": 9,
                    "98": 3,
                    "99": 7,
                    "unexpected_blank": 0
                  },
                  "status": "reportable",
                  "mean": 0.2781080356881098,
                  "distribution_pct": {
                    "0": 72.189196431189,
                    "1": 27.810803568810982
                  },
                  "pct": 27.810803568810982
                },
                "1": {
                  "n_unweighted": 2035,
                  "n_weighted": 2020.6512810964998,
                  "n_eff": 1761.9956819338065,
                  "eligible_n": 2089,
                  "eligible_weighted_n": 2076.5185082221997,
                  "eligible_n_eff": 1808.8503416140459,
                  "structural_excluded_n": 0,
                  "missing_counts": {
                    "97": 32,
                    "98": 8,
                    "99": 14,
                    "unexpected_blank": 0
                  },
                  "status": "reportable",
                  "mean": 0.3135943795598634,
                  "distribution_pct": {
                    "0": 68.64056204401366,
                    "1": 31.359437955986348
                  },
                  "pct": 31.359437955986348
                }
              },
              "consideration_pre": {
                "0": {
                  "n_unweighted": 691,
                  "n_weighted": 704.1399587939,
                  "n_eff": 604.7496518262419,
                  "eligible_n": 711,
                  "eligible_weighted_n": 723.4814917583999,
                  "eligible_n_eff": 622.0730663957901,
                  "structural_excluded_n": 0,
                  "missing_counts": {
                    "97": 9,
                    "98": 3,
                    "99": 8,
                    "unexpected_blank": 0
                  },
                  "status": "reportable",
                  "mean": 2.493921352363696,
                  "distribution_pct": {
                    "1": 27.43004525589398,
                    "2": 25.63875899183865,
                    "3": 24.940890912924765,
                    "4": 14.08962493868903,
                    "5": 7.9006799006535715
                  },
                  "top2_pct": 21.9903048393426
                },
                "1": {
                  "n_unweighted": 2028,
                  "n_weighted": 2018.3805819610998,
                  "n_eff": 1756.8155467516012,
                  "eligible_n": 2089,
                  "eligible_weighted_n": 2076.5185082221997,
                  "eligible_n_eff": 1808.8503416140459,
                  "structural_excluded_n": 0,
                  "missing_counts": {
                    "97": 36,
                    "98": 13,
                    "99": 12,
                    "unexpected_blank": 0
                  },
                  "status": "reportable",
                  "mean": 2.7926338493585123,
                  "distribution_pct": {
                    "1": 20.60084828730352,
                    "2": 22.249856246033545,
                    "3": 27.0157460507569,
                    "4": 17.552161075320328,
                    "5": 12.58138834058572
                  },
                  "top2_pct": 30.133549415906046
                }
              },
              "usage_pre": {
                "0": {
                  "n_unweighted": 694,
                  "n_weighted": 706.4287528870999,
                  "n_eff": 607.9273726948281,
                  "eligible_n": 711,
                  "eligible_weighted_n": 723.4814917583999,
                  "eligible_n_eff": 622.0730663957901,
                  "structural_excluded_n": 0,
                  "missing_counts": {
                    "97": 11,
                    "98": 4,
                    "99": 2,
                    "unexpected_blank": 0
                  },
                  "status": "reportable",
                  "mean": 0.03925272980633,
                  "distribution_pct": {
                    "0": 96.074727019367,
                    "1": 3.9252729806330002
                  },
                  "pct": 3.9252729806330002
                },
                "1": {
                  "n_unweighted": 2026,
                  "n_weighted": 2016.3050658698999,
                  "n_eff": 1754.9107457704927,
                  "eligible_n": 2089,
                  "eligible_weighted_n": 2076.5185082221997,
                  "eligible_n_eff": 1808.8503416140459,
                  "structural_excluded_n": 0,
                  "missing_counts": {
                    "97": 45,
                    "98": 7,
                    "99": 11,
                    "unexpected_blank": 0
                  },
                  "status": "reportable",
                  "mean": 0.05799135070806031,
                  "distribution_pct": {
                    "0": 94.20086492919397,
                    "1": 5.79913507080603
                  },
                  "pct": 5.79913507080603
                }
              },
              "children_under18": {
                "0": {
                  "n_unweighted": 711,
                  "n_weighted": 723.4814917583999,
                  "n_eff": 622.0730663957901,
                  "eligible_n": 711,
                  "eligible_weighted_n": 723.4814917583999,
                  "eligible_n_eff": 622.0730663957901,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0.42308654107701454,
                  "distribution_pct": {
                    "0": 57.691345892298564,
                    "1": 42.30865410770145
                  },
                  "pct": 42.30865410770145
                },
                "1": {
                  "n_unweighted": 2089,
                  "n_weighted": 2076.5185082221997,
                  "n_eff": 1808.8503416140459,
                  "eligible_n": 2089,
                  "eligible_weighted_n": 2076.5185082221997,
                  "eligible_n_eff": 1808.8503416140459,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0.32429933658170934,
                  "distribution_pct": {
                    "0": 67.57006634182909,
                    "1": 32.429933658170924
                  },
                  "pct": 32.429933658170924
                }
              },
              "digital_confidence_pre": {
                "0": {
                  "n_unweighted": 694,
                  "n_weighted": 706.3279880051,
                  "n_eff": 606.7870985429994,
                  "eligible_n": 711,
                  "eligible_weighted_n": 723.4814917583999,
                  "eligible_n_eff": 622.0730663957901,
                  "structural_excluded_n": 0,
                  "missing_counts": {
                    "97": 5,
                    "98": 7,
                    "99": 5,
                    "unexpected_blank": 0
                  },
                  "status": "reportable",
                  "mean": 2.9627371986271767,
                  "distribution_pct": {
                    "1": 16.25955439528339,
                    "2": 22.535438178198127,
                    "3": 24.642758134715624,
                    "4": 21.79623175212312,
                    "5": 14.766017539679726
                  },
                  "top2_pct": 36.56224929180284
                },
                "1": {
                  "n_unweighted": 2018,
                  "n_weighted": 2008.687310377,
                  "n_eff": 1745.9799297853563,
                  "eligible_n": 2089,
                  "eligible_weighted_n": 2076.5185082221997,
                  "eligible_n_eff": 1808.8503416140459,
                  "structural_excluded_n": 0,
                  "missing_counts": {
                    "97": 41,
                    "98": 13,
                    "99": 17,
                    "unexpected_blank": 0
                  },
                  "status": "reportable",
                  "mean": 3.274907727224682,
                  "distribution_pct": {
                    "1": 10.76997383422496,
                    "2": 18.619210022564715,
                    "3": 24.267012519823876,
                    "4": 25.037676833290096,
                    "5": 21.30612679009636
                  },
                  "top2_pct": 46.34380362338646
                }
              },
              "budget_pressure_pre": {
                "0": {
                  "n_unweighted": 692,
                  "n_weighted": 703.0564486443,
                  "n_eff": 605.9801314363735,
                  "eligible_n": 711,
                  "eligible_weighted_n": 723.4814917583999,
                  "eligible_n_eff": 622.0730663957901,
                  "structural_excluded_n": 0,
                  "missing_counts": {
                    "97": 12,
                    "98": 2,
                    "99": 5,
                    "unexpected_blank": 0
                  },
                  "status": "reportable",
                  "mean": 3.481489901669284,
                  "distribution_pct": {
                    "1": 6.380393251722389,
                    "2": 12.760751199608153,
                    "3": 31.66331190538961,
                    "4": 24.720559416578375,
                    "5": 24.474984226701476
                  },
                  "top2_pct": 49.19554364327985
                },
                "1": {
                  "n_unweighted": 2036,
                  "n_weighted": 2026.3617417657,
                  "n_eff": 1762.9042947510152,
                  "eligible_n": 2089,
                  "eligible_weighted_n": 2076.5185082221997,
                  "eligible_n_eff": 1808.8503416140459,
                  "structural_excluded_n": 0,
                  "missing_counts": {
                    "97": 34,
                    "98": 11,
                    "99": 8,
                    "unexpected_blank": 0
                  },
                  "status": "reportable",
                  "mean": 2.929190824749893,
                  "distribution_pct": {
                    "1": 15.78547393736204,
                    "2": 21.324220128276714,
                    "3": 29.207218395866878,
                    "4": 21.55192459899868,
                    "5": 12.131162939495692
                  },
                  "top2_pct": 33.68308753849438
                }
              }
            }
          }
        },
        {
          "analysis_id": "analysis_results.json#/tables/profile_assignment_baseline",
          "values": {
            "analysis_id": "profile_assignment_baseline",
            "title": "Baseline profile by assignment_baseline",
            "source_variables": [
              "awareness_pre",
              "consideration_pre",
              "usage_pre",
              "children_under18",
              "digital_confidence_pre",
              "budget_pressure_pre",
              "assignment"
            ],
            "universe": "Valid baseline responses in stated groups; returned subset only where named",
            "weighting": "weight_base; fixed baseline profile weights, not attrition correction",
            "values": {
              "awareness_pre": {
                "0": {
                  "n_unweighted": 1367,
                  "n_weighted": 1352.9092143142998,
                  "n_eff": 1181.4700032789094,
                  "eligible_n": 1400,
                  "eligible_weighted_n": 1387.0575144395,
                  "eligible_n_eff": 1210.6116200875301,
                  "structural_excluded_n": 0,
                  "missing_counts": {
                    "97": 17,
                    "98": 5,
                    "99": 11,
                    "unexpected_blank": 0
                  },
                  "status": "reportable",
                  "mean": 0.30724912129198617,
                  "distribution_pct": {
                    "0": 69.27508787080139,
                    "1": 30.724912129198618
                  },
                  "pct": 30.724912129198618
                },
                "1": {
                  "n_unweighted": 1360,
                  "n_weighted": 1371.0056039398999,
                  "n_eff": 1185.919859039717,
                  "eligible_n": 1400,
                  "eligible_weighted_n": 1412.9424855410998,
                  "eligible_n_eff": 1220.3001032310437,
                  "structural_excluded_n": 0,
                  "missing_counts": {
                    "97": 24,
                    "98": 6,
                    "99": 10,
                    "unexpected_blank": 0
                  },
                  "status": "reportable",
                  "mean": 0.3016530036185974,
                  "distribution_pct": {
                    "0": 69.83469963814026,
                    "1": 30.16530036185975
                  },
                  "pct": 30.16530036185975
                }
              },
              "consideration_pre": {
                "0": {
                  "n_unweighted": 1354,
                  "n_weighted": 1343.1846829354,
                  "n_eff": 1171.6063489939095,
                  "eligible_n": 1400,
                  "eligible_weighted_n": 1387.0575144395,
                  "eligible_n_eff": 1210.6116200875301,
                  "structural_excluded_n": 0,
                  "missing_counts": {
                    "97": 26,
                    "98": 9,
                    "99": 11,
                    "unexpected_blank": 0
                  },
                  "status": "reportable",
                  "mean": 2.780328396376978,
                  "distribution_pct": {
                    "1": 21.008070601023316,
                    "2": 21.89268938273343,
                    "3": 27.307303129069442,
                    "4": 17.64220355186978,
                    "5": 12.149733335304024
                  },
                  "top2_pct": 29.791936887173804
                },
                "1": {
                  "n_unweighted": 1365,
                  "n_weighted": 1379.3358578195998,
                  "n_eff": 1189.9496369817132,
                  "eligible_n": 1400,
                  "eligible_weighted_n": 1412.9424855410998,
                  "eligible_n_eff": 1220.3001032310437,
                  "structural_excluded_n": 0,
                  "missing_counts": {
                    "97": 19,
                    "98": 7,
                    "99": 9,
                    "unexpected_blank": 0
                  },
                  "status": "reportable",
                  "mean": 2.6521264390239927,
                  "distribution_pct": {
                    "1": 23.690549518197024,
                    "2": 24.327669915254763,
                    "3": 25.67263341974348,
                    "4": 15.696881439561416,
                    "5": 10.61226570724333
                  },
                  "top2_pct": 26.309147146804747
                }
              },
              "usage_pre": {
                "0": {
                  "n_unweighted": 1357,
                  "n_weighted": 1344.3431897451,
                  "n_eff": 1174.5031440227046,
                  "eligible_n": 1400,
                  "eligible_weighted_n": 1387.0575144395,
                  "eligible_n_eff": 1210.6116200875301,
                  "structural_excluded_n": 0,
                  "missing_counts": {
                    "97": 31,
                    "98": 7,
                    "99": 5,
                    "unexpected_blank": 0
                  },
                  "status": "reportable",
                  "mean": 0.0491293767864611,
                  "distribution_pct": {
                    "0": 95.0870623213539,
                    "1": 4.91293767864611
                  },
                  "pct": 4.91293767864611
                },
                "1": {
                  "n_unweighted": 1363,
                  "n_weighted": 1378.3906290118998,
                  "n_eff": 1188.380735215719,
                  "eligible_n": 1400,
                  "eligible_weighted_n": 1412.9424855410998,
                  "eligible_n_eff": 1220.3001032310437,
                  "structural_excluded_n": 0,
                  "missing_counts": {
                    "97": 25,
                    "98": 4,
                    "99": 8,
                    "unexpected_blank": 0
                  },
                  "status": "reportable",
                  "mean": 0.05703083467046796,
                  "distribution_pct": {
                    "0": 94.29691653295322,
                    "1": 5.703083467046796
                  },
                  "pct": 5.703083467046796
                }
              },
              "children_under18": {
                "0": {
                  "n_unweighted": 1400,
                  "n_weighted": 1387.0575144395,
                  "n_eff": 1210.6116200875301,
                  "eligible_n": 1400,
                  "eligible_weighted_n": 1387.0575144395,
                  "eligible_n_eff": 1210.6116200875301,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0.334906672380644,
                  "distribution_pct": {
                    "0": 66.5093327619356,
                    "1": 33.4906672380644
                  },
                  "pct": 33.4906672380644
                },
                "1": {
                  "n_unweighted": 1400,
                  "n_weighted": 1412.9424855410998,
                  "n_eff": 1220.3001032310437,
                  "eligible_n": 1400,
                  "eligible_weighted_n": 1412.9424855410998,
                  "eligible_n_eff": 1220.3001032310437,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0.3644692159841777,
                  "distribution_pct": {
                    "0": 63.55307840158224,
                    "1": 36.44692159841777
                  },
                  "pct": 36.44692159841777
                }
              },
              "digital_confidence_pre": {
                "0": {
                  "n_unweighted": 1356,
                  "n_weighted": 1344.964061392,
                  "n_eff": 1172.0111628319626,
                  "eligible_n": 1400,
                  "eligible_weighted_n": 1387.0575144395,
                  "eligible_n_eff": 1210.6116200875301,
                  "structural_excluded_n": 0,
                  "missing_counts": {
                    "97": 25,
                    "98": 11,
                    "99": 8,
                    "unexpected_blank": 0
                  },
                  "status": "reportable",
                  "mean": 3.220989960408817,
                  "distribution_pct": {
                    "1": 10.741982530720684,
                    "2": 19.85299315090593,
                    "3": 25.278677991545795,
                    "4": 24.81673840042618,
                    "5": 19.30960792640141
                  },
                  "top2_pct": 44.12634632682759
                },
                "1": {
                  "n_unweighted": 1356,
                  "n_weighted": 1370.0512369900998,
                  "n_eff": 1180.765165769867,
                  "eligible_n": 1400,
                  "eligible_weighted_n": 1412.9424855410998,
                  "eligible_n_eff": 1220.3001032310437,
                  "structural_excluded_n": 0,
                  "missing_counts": {
                    "97": 21,
                    "98": 9,
                    "99": 14,
                    "unexpected_blank": 0
                  },
                  "status": "reportable",
                  "mean": 3.166899122330454,
                  "distribution_pct": {
                    "1": 13.627598121715293,
                    "2": 19.427024764587202,
                    "3": 23.467586901366616,
                    "4": 23.583447183598636,
                    "5": 19.894343028732262
                  },
                  "top2_pct": 43.4777902123309
                }
              },
              "budget_pressure_pre": {
                "0": {
                  "n_unweighted": 1356,
                  "n_weighted": 1345.6010874661,
                  "n_eff": 1172.5910028092103,
                  "eligible_n": 1400,
                  "eligible_weighted_n": 1387.0575144395,
                  "eligible_n_eff": 1210.6116200875301,
                  "structural_excluded_n": 0,
                  "missing_counts": {
                    "97": 27,
                    "98": 10,
                    "99": 7,
                    "unexpected_blank": 0
                  },
                  "status": "reportable",
                  "mean": 3.018866324684982,
                  "distribution_pct": {
                    "1": 13.758599678611228,
                    "2": 20.109913443029768,
                    "3": 30.444284267525955,
                    "4": 21.860659952915707,
                    "5": 13.826542657917345
                  },
                  "top2_pct": 35.687202610833054
                },
                "1": {
                  "n_unweighted": 1372,
                  "n_weighted": 1383.8171029439,
                  "n_eff": 1196.2919897078275,
                  "eligible_n": 1400,
                  "eligible_weighted_n": 1412.9424855410998,
                  "eligible_n_eff": 1220.3001032310437,
                  "structural_excluded_n": 0,
                  "missing_counts": {
                    "97": 19,
                    "98": 3,
                    "99": 6,
                    "unexpected_blank": 0
                  },
                  "status": "reportable",
                  "mean": 3.1225906438498305,
                  "distribution_pct": {
                    "1": 12.978066505366836,
                    "2": 18.154271117278174,
                    "3": 29.25214860957752,
                    "4": 22.861559022560034,
                    "5": 16.753954745217435
                  },
                  "top2_pct": 39.61551376777747
                }
              }
            }
          }
        },
        {
          "analysis_id": "analysis_results.json#/tables/profile_assignment_returners",
          "values": {
            "analysis_id": "profile_assignment_returners",
            "title": "Baseline profile by assignment_returners",
            "source_variables": [
              "awareness_pre",
              "consideration_pre",
              "usage_pre",
              "children_under18",
              "digital_confidence_pre",
              "budget_pressure_pre",
              "assignment"
            ],
            "universe": "Valid baseline responses in stated groups; returned subset only where named",
            "weighting": "weight_base; fixed baseline profile weights, not attrition correction",
            "values": {
              "awareness_pre": {
                "0": {
                  "n_unweighted": 1045,
                  "n_weighted": 1027.4026510684998,
                  "n_eff": 901.9799735948253,
                  "eligible_n": 1070,
                  "eligible_weighted_n": 1053.8782630085,
                  "eligible_n_eff": 923.6573212077367,
                  "structural_excluded_n": 0,
                  "missing_counts": {
                    "97": 14,
                    "98": 4,
                    "99": 7,
                    "unexpected_blank": 0
                  },
                  "status": "reportable",
                  "mean": 0.3145881346725771,
                  "distribution_pct": {
                    "0": 68.5411865327423,
                    "1": 31.458813467257713
                  },
                  "pct": 31.458813467257713
                },
                "1": {
                  "n_unweighted": 990,
                  "n_weighted": 993.248630028,
                  "n_eff": 860.0988086056233,
                  "eligible_n": 1019,
                  "eligible_weighted_n": 1022.6402452136999,
                  "eligible_n_eff": 885.2621805817785,
                  "structural_excluded_n": 0,
                  "missing_counts": {
                    "97": 18,
                    "98": 4,
                    "99": 7,
                    "unexpected_blank": 0
                  },
                  "status": "reportable",
                  "mean": 0.312566453010107,
                  "distribution_pct": {
                    "0": 68.7433546989893,
                    "1": 31.2566453010107
                  },
                  "pct": 31.2566453010107
                }
              },
              "consideration_pre": {
                "0": {
                  "n_unweighted": 1036,
                  "n_weighted": 1021.580677058,
                  "n_eff": 894.9001745465539,
                  "eligible_n": 1070,
                  "eligible_weighted_n": 1053.8782630085,
                  "eligible_n_eff": 923.6573212077367,
                  "structural_excluded_n": 0,
                  "missing_counts": {
                    "97": 21,
                    "98": 8,
                    "99": 5,
                    "unexpected_blank": 0
                  },
                  "status": "reportable",
                  "mean": 2.850912190094652,
                  "distribution_pct": {
                    "1": 19.100934640928163,
                    "2": 21.830012607035492,
                    "3": 27.59177015761005,
                    "4": 17.831464290495553,
                    "5": 13.645818303930724
                  },
                  "top2_pct": 31.477282594426278
                },
                "1": {
                  "n_unweighted": 992,
                  "n_weighted": 996.7999049031,
                  "n_eff": 861.9886063861285,
                  "eligible_n": 1019,
                  "eligible_weighted_n": 1022.6402452136999,
                  "eligible_n_eff": 885.2621805817785,
                  "structural_excluded_n": 0,
                  "missing_counts": {
                    "97": 15,
                    "98": 5,
                    "99": 7,
                    "unexpected_blank": 0
                  },
                  "status": "reportable",
                  "mean": 2.7329066899815952,
                  "distribution_pct": {
                    "1": 22.138050278250354,
                    "2": 22.68013733542411,
                    "3": 26.425401795920735,
                    "4": 17.26591429072524,
                    "5": 11.490496299679553
                  },
                  "top2_pct": 28.756410590404794
                }
              },
              "usage_pre": {
                "0": {
                  "n_unweighted": 1034,
                  "n_weighted": 1019.1725484231001,
                  "n_eff": 892.9199387135134,
                  "eligible_n": 1070,
                  "eligible_weighted_n": 1053.8782630085,
                  "eligible_n_eff": 923.6573212077367,
                  "structural_excluded_n": 0,
                  "missing_counts": {
                    "97": 27,
                    "98": 5,
                    "99": 4,
                    "unexpected_blank": 0
                  },
                  "status": "reportable",
                  "mean": 0.05498548407000032,
                  "distribution_pct": {
                    "0": 94.50145159299996,
                    "1": 5.498548407000032
                  },
                  "pct": 5.498548407000032
                },
                "1": {
                  "n_unweighted": 992,
                  "n_weighted": 997.1325174468,
                  "n_eff": 862.06840115868,
                  "eligible_n": 1019,
                  "eligible_weighted_n": 1022.6402452136999,
                  "eligible_n_eff": 885.2621805817785,
                  "structural_excluded_n": 0,
                  "missing_counts": {
                    "97": 18,
                    "98": 2,
                    "99": 7,
                    "unexpected_blank": 0
                  },
                  "status": "reportable",
                  "mean": 0.06106365725521391,
                  "distribution_pct": {
                    "0": 93.89363427447861,
                    "1": 6.106365725521391
                  },
                  "pct": 6.106365725521391
                }
              },
              "children_under18": {
                "0": {
                  "n_unweighted": 1070,
                  "n_weighted": 1053.8782630085,
                  "n_eff": 923.6573212077367,
                  "eligible_n": 1070,
                  "eligible_weighted_n": 1053.8782630085,
                  "eligible_n_eff": 923.6573212077367,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0.3076488584568946,
                  "distribution_pct": {
                    "0": 69.23511415431052,
                    "1": 30.76488584568946
                  },
                  "pct": 30.76488584568946
                },
                "1": {
                  "n_unweighted": 1019,
                  "n_weighted": 1022.6402452136999,
                  "n_eff": 885.2621805817785,
                  "eligible_n": 1019,
                  "eligible_weighted_n": 1022.6402452136999,
                  "eligible_n_eff": 885.2621805817785,
                  "structural_excluded_n": 0,
                  "missing_counts": {
                    "97": 0,
                    "98": 0,
                    "99": 0,
                    "unexpected_blank": 0
                  },
                  "status": "reportable",
                  "mean": 0.3414584275196703,
                  "distribution_pct": {
                    "0": 65.85415724803299,
                    "1": 34.145842751967024
                  },
                  "pct": 34.145842751967024
                }
              },
              "digital_confidence_pre": {
                "0": {
                  "n_unweighted": 1036,
                  "n_weighted": 1021.8397069093999,
                  "n_eff": 893.7339103695277,
                  "eligible_n": 1070,
                  "eligible_weighted_n": 1053.8782630085,
                  "eligible_n_eff": 923.6573212077367,
                  "structural_excluded_n": 0,
                  "missing_counts": {
                    "97": 22,
                    "98": 5,
                    "99": 7,
                    "unexpected_blank": 0
                  },
                  "status": "reportable",
                  "mean": 3.301407954047736,
                  "distribution_pct": {
                    "1": 9.96148997610103,
                    "2": 18.78727086421797,
                    "3": 24.196180542260116,
                    "4": 25.259071013648203,
                    "5": 21.79598760377269
                  },
                  "top2_pct": 47.0550586174209
                },
                "1": {
                  "n_unweighted": 982,
                  "n_weighted": 986.8476034675999,
                  "n_eff": 852.3153762357396,
                  "eligible_n": 1019,
                  "eligible_weighted_n": 1022.6402452136999,
                  "eligible_n_eff": 885.2621805817785,
                  "structural_excluded_n": 0,
                  "missing_counts": {
                    "97": 19,
                    "98": 8,
                    "99": 10,
                    "unexpected_blank": 0
                  },
                  "status": "reportable",
                  "mean": 3.247467842976343,
                  "distribution_pct": {
                    "1": 11.607125290765396,
                    "2": 18.44519000105939,
                    "3": 24.3403560907453,
                    "4": 24.808432354635386,
                    "5": 20.79889626279453
                  },
                  "top2_pct": 45.607328617429914
                }
              },
              "budget_pressure_pre": {
                "0": {
                  "n_unweighted": 1034,
                  "n_weighted": 1019.1234063393,
                  "n_eff": 892.7500113523456,
                  "eligible_n": 1070,
                  "eligible_weighted_n": 1053.8782630085,
                  "eligible_n_eff": 923.6573212077367,
                  "structural_excluded_n": 0,
                  "missing_counts": {
                    "97": 23,
                    "98": 8,
                    "99": 5,
                    "unexpected_blank": 0
                  },
                  "status": "reportable",
                  "mean": 2.8937493818914906,
                  "distribution_pct": {
                    "1": 16.28171182293071,
                    "2": 21.828831118734485,
                    "3": 29.79032927677861,
                    "4": 20.431062609367387,
                    "5": 11.668065172188799
                  },
                  "top2_pct": 32.099127781556184
                },
                "1": {
                  "n_unweighted": 1002,
                  "n_weighted": 1007.2383354263998,
                  "n_eff": 870.2383220578157,
                  "eligible_n": 1019,
                  "eligible_weighted_n": 1022.6402452136999,
                  "eligible_n_eff": 885.2621805817785,
                  "structural_excluded_n": 0,
                  "missing_counts": {
                    "97": 11,
                    "98": 3,
                    "99": 3,
                    "unexpected_blank": 0
                  },
                  "status": "reportable",
                  "mean": 2.9650504646196802,
                  "distribution_pct": {
                    "1": 15.28338061296403,
                    "2": 20.813654899190333,
                    "3": 28.617227004229957,
                    "4": 22.68601238014505,
                    "5": 12.59972510347065
                  },
                  "top2_pct": 35.285737483615705
                }
              }
            }
          }
        }
      ]
    }
  ],
  "cited_tables": [
    {
      "analysis_id": "analysis_results.json#/tables/ITT_awareness",
      "values": {
        "analysis_id": "ITT_awareness",
        "title": "Assignment difference in paired awareness change",
        "source_variables": [
          "awareness_pre",
          "awareness_post",
          "assignment",
          "followup_status"
        ],
        "universe": "Endpoint-specific valid pairs; assigned grouping retained; observed pairs only",
        "weighting": "weight_base; fixed baseline profile weights, not attrition correction",
        "values": {
          "arms": {
            "0": {
              "n_unweighted": 1016,
              "n_weighted": 999.792714557,
              "n_eff": 876.6181457370669,
              "eligible_n": 1400,
              "eligible_weighted_n": 1387.0575144395,
              "eligible_n_eff": 1210.6116200875301,
              "returned_n": 1070,
              "pair_n": 1016,
              "excluded_pair_n": 384,
              "status": "reportable",
              "pre_missing_counts": {
                "97": 17,
                "98": 5,
                "99": 11,
                "structural_blank": 0
              },
              "post_missing_counts": {
                "97": 15,
                "98": 8,
                "99": 6,
                "structural_blank": 330
              },
              "pre_distribution_pct": {
                "0": 68.63139161956558,
                "1": 31.36860838043443
              },
              "post_distribution_pct": {
                "0": 54.29713369107078,
                "1": 45.70286630892922
              },
              "pre_pct": 31.36860838043443,
              "post_pct": 45.70286630892922,
              "change_pp": 14.334257928494786,
              "variance_change": 0.0001577176748665947
            },
            "1": {
              "n_unweighted": 960,
              "n_weighted": 965.2055471422999,
              "n_eff": 834.4067153467572,
              "eligible_n": 1400,
              "eligible_weighted_n": 1412.9424855410998,
              "eligible_n_eff": 1220.3001032310437,
              "returned_n": 1019,
              "pair_n": 960,
              "excluded_pair_n": 440,
              "status": "reportable",
              "pre_missing_counts": {
                "97": 24,
                "98": 6,
                "99": 10,
                "structural_blank": 0
              },
              "post_missing_counts": {
                "97": 17,
                "98": 9,
                "99": 6,
                "structural_blank": 381
              },
              "pre_distribution_pct": {
                "0": 69.16618879194823,
                "1": 30.833811208051777
              },
              "post_distribution_pct": {
                "0": 41.23995706678378,
                "1": 58.76004293321622
              },
              "pre_pct": 30.83381120805178,
              "post_pct": 58.76004293321622,
              "change_pp": 27.926231725164445,
              "variance_change": 0.00027382027780075867
            }
          },
          "status": "reportable",
          "estimate_pp": 13.59197379666966,
          "se_pp": 2.0773491585849344,
          "ci95_pp": [
            9.520444262528603,
            17.663503330810716
          ],
          "p_raw": 6.032047417436093e-11,
          "interval_scope": "Pointwise, not simultaneous; fixed-weight normal approximation",
          "p_holm": 1.8096142252308278e-10,
          "family": "PRIMARY_ASSIGNMENT",
          "family_size": 3
        },
        "chart": {
          "labels": [
            "Control change",
            "Assigned change"
          ],
          "values": [
            14.334257928494786,
            27.926231725164445
          ],
          "unit": "percentage_points",
          "bases": [
            1016,
            960
          ]
        }
      }
    },
    {
      "analysis_id": "analysis_results.json#/tables/ITT_consideration",
      "values": {
        "analysis_id": "ITT_consideration",
        "title": "Assignment difference in paired consideration change",
        "source_variables": [
          "consideration_pre",
          "consideration_post",
          "assignment",
          "followup_status"
        ],
        "universe": "Endpoint-specific valid pairs; assigned grouping retained; observed pairs only",
        "weighting": "weight_base; fixed baseline profile weights, not attrition correction",
        "values": {
          "arms": {
            "0": {
              "n_unweighted": 1015,
              "n_weighted": 1000.1708218222,
              "n_eff": 877.6155602347469,
              "eligible_n": 1400,
              "eligible_weighted_n": 1387.0575144395,
              "eligible_n_eff": 1210.6116200875301,
              "returned_n": 1070,
              "pair_n": 1015,
              "excluded_pair_n": 385,
              "status": "reportable",
              "pre_missing_counts": {
                "97": 26,
                "98": 9,
                "99": 11,
                "structural_blank": 0
              },
              "post_missing_counts": {
                "97": 16,
                "98": 3,
                "99": 3,
                "structural_blank": 330
              },
              "pre_distribution_pct": {
                "1": 19.38795288514943,
                "2": 21.573651448238103,
                "3": 27.543678940593274,
                "4": 17.983119204818593,
                "5": 13.511597521200594
              },
              "post_distribution_pct": {
                "1": 18.212017711348608,
                "2": 18.7758725056052,
                "3": 23.152946998814365,
                "4": 20.893679273384056,
                "5": 18.96548351084777
              },
              "pre_pct": 31.49471672601919,
              "post_pct": 39.859162784231835,
              "change_pp": 8.364446058212643,
              "variance_change": 0.00015285654078612334
            },
            "1": {
              "n_unweighted": 966,
              "n_weighted": 973.6126249385,
              "n_eff": 839.3247929578924,
              "eligible_n": 1400,
              "eligible_weighted_n": 1412.9424855410998,
              "eligible_n_eff": 1220.3001032310437,
              "returned_n": 1019,
              "pair_n": 966,
              "excluded_pair_n": 434,
              "status": "reportable",
              "pre_missing_counts": {
                "97": 19,
                "98": 7,
                "99": 9,
                "structural_blank": 0
              },
              "post_missing_counts": {
                "97": 17,
                "98": 6,
                "99": 4,
                "structural_blank": 381
              },
              "pre_distribution_pct": {
                "1": 22.28063882439924,
                "2": 22.631493005189654,
                "3": 26.407815053275506,
                "4": 17.163217217541256,
                "5": 11.516835899594344
              },
              "post_distribution_pct": {
                "1": 18.1586559879467,
                "2": 20.786678284649792,
                "3": 24.018479871948184,
                "4": 19.92894471742869,
                "5": 17.10724113802663
              },
              "pre_pct": 28.6800531171356,
              "post_pct": 37.03618585545532,
              "change_pp": 8.356132738319722,
              "variance_change": 0.000153405213765594
            }
          },
          "status": "reportable",
          "estimate_pp": -0.00831331989292039,
          "se_pp": 1.7500335841112231,
          "ci95_pp": [
            -3.4383161164864653,
            3.4216894767006245
          ],
          "p_raw": 0.9962097615126849,
          "interval_scope": "Pointwise, not simultaneous; fixed-weight normal approximation",
          "p_holm": 0.9962097615126849,
          "family": "PRIMARY_ASSIGNMENT",
          "family_size": 3
        },
        "chart": {
          "labels": [
            "Control change",
            "Assigned change"
          ],
          "values": [
            8.364446058212643,
            8.356132738319722
          ],
          "unit": "percentage_points",
          "bases": [
            1015,
            966
          ]
        }
      }
    },
    {
      "analysis_id": "analysis_results.json#/tables/ITT_usage",
      "values": {
        "analysis_id": "ITT_usage",
        "title": "Assignment difference in paired usage change",
        "source_variables": [
          "usage_pre",
          "usage_post",
          "assignment",
          "followup_status"
        ],
        "universe": "Endpoint-specific valid pairs; assigned grouping retained; observed pairs only",
        "weighting": "weight_base; fixed baseline profile weights, not attrition correction",
        "values": {
          "arms": {
            "0": {
              "n_unweighted": 1007,
              "n_weighted": 993.8101093811999,
              "n_eff": 868.8313921823847,
              "eligible_n": 1400,
              "eligible_weighted_n": 1387.0575144395,
              "eligible_n_eff": 1210.6116200875301,
              "returned_n": 1070,
              "pair_n": 1007,
              "excluded_pair_n": 393,
              "status": "reportable",
              "pre_missing_counts": {
                "97": 31,
                "98": 7,
                "99": 5,
                "structural_blank": 0
              },
              "post_missing_counts": {
                "97": 15,
                "98": 8,
                "99": 4,
                "structural_blank": 330
              },
              "pre_distribution_pct": {
                "0": 94.4930904811205,
                "1": 5.506909518879493
              },
              "post_distribution_pct": {
                "0": 90.90299316151128,
                "1": 9.09700683848872
              },
              "pre_pct": 5.5069095188794925,
              "post_pct": 9.09700683848872,
              "change_pp": 3.5900973196092285,
              "variance_change": 0.000039026581919763585
            },
            "1": {
              "n_unweighted": 969,
              "n_weighted": 973.3022379396,
              "n_eff": 842.041140310847,
              "eligible_n": 1400,
              "eligible_weighted_n": 1412.9424855410998,
              "eligible_n_eff": 1220.3001032310437,
              "returned_n": 1019,
              "pair_n": 969,
              "excluded_pair_n": 431,
              "status": "reportable",
              "pre_missing_counts": {
                "97": 25,
                "98": 4,
                "99": 8,
                "structural_blank": 0
              },
              "post_missing_counts": {
                "97": 14,
                "98": 7,
                "99": 3,
                "structural_blank": 381
              },
              "pre_distribution_pct": {
                "0": 93.81149865590488,
                "1": 6.188501344095116
              },
              "post_distribution_pct": {
                "0": 91.20051870766223,
                "1": 8.799481292337774
              },
              "pre_pct": 6.188501344095118,
              "post_pct": 8.799481292337775,
              "change_pp": 2.6109799482426577,
              "variance_change": 0.00003783184316117702
            }
          },
          "status": "reportable",
          "estimate_pp": -0.9791173713665708,
          "se_pp": 0.8766893696226765,
          "ci95_pp": [
            -2.69739696145614,
            0.7391622187229985
          ],
          "p_raw": 0.2640648812076475,
          "interval_scope": "Pointwise, not simultaneous; fixed-weight normal approximation",
          "p_holm": 0.528129762415295,
          "family": "PRIMARY_ASSIGNMENT",
          "family_size": 3
        },
        "chart": {
          "labels": [
            "Control change",
            "Assigned change"
          ],
          "values": [
            3.5900973196092285,
            2.6109799482426577
          ],
          "unit": "percentage_points",
          "bases": [
            1007,
            969
          ]
        }
      }
    },
    {
      "analysis_id": "analysis_results.json#/tables/profile_followup_status_baseline",
      "values": {
        "analysis_id": "profile_followup_status_baseline",
        "title": "Baseline profile by followup_status_baseline",
        "source_variables": [
          "awareness_pre",
          "consideration_pre",
          "usage_pre",
          "children_under18",
          "digital_confidence_pre",
          "budget_pressure_pre",
          "followup_status"
        ],
        "universe": "Valid baseline responses in stated groups; returned subset only where named",
        "weighting": "weight_base; fixed baseline profile weights, not attrition correction",
        "values": {
          "awareness_pre": {
            "0": {
              "n_unweighted": 692,
              "n_weighted": 703.2635371577001,
              "n_eff": 605.4152559739317,
              "eligible_n": 711,
              "eligible_weighted_n": 723.4814917583999,
              "eligible_n_eff": 622.0730663957901,
              "structural_excluded_n": 0,
              "missing_counts": {
                "97": 9,
                "98": 3,
                "99": 7,
                "unexpected_blank": 0
              },
              "status": "reportable",
              "mean": 0.2781080356881098,
              "distribution_pct": {
                "0": 72.189196431189,
                "1": 27.810803568810982
              },
              "pct": 27.810803568810982
            },
            "1": {
              "n_unweighted": 2035,
              "n_weighted": 2020.6512810964998,
              "n_eff": 1761.9956819338065,
              "eligible_n": 2089,
              "eligible_weighted_n": 2076.5185082221997,
              "eligible_n_eff": 1808.8503416140459,
              "structural_excluded_n": 0,
              "missing_counts": {
                "97": 32,
                "98": 8,
                "99": 14,
                "unexpected_blank": 0
              },
              "status": "reportable",
              "mean": 0.3135943795598634,
              "distribution_pct": {
                "0": 68.64056204401366,
                "1": 31.359437955986348
              },
              "pct": 31.359437955986348
            }
          },
          "consideration_pre": {
            "0": {
              "n_unweighted": 691,
              "n_weighted": 704.1399587939,
              "n_eff": 604.7496518262419,
              "eligible_n": 711,
              "eligible_weighted_n": 723.4814917583999,
              "eligible_n_eff": 622.0730663957901,
              "structural_excluded_n": 0,
              "missing_counts": {
                "97": 9,
                "98": 3,
                "99": 8,
                "unexpected_blank": 0
              },
              "status": "reportable",
              "mean": 2.493921352363696,
              "distribution_pct": {
                "1": 27.43004525589398,
                "2": 25.63875899183865,
                "3": 24.940890912924765,
                "4": 14.08962493868903,
                "5": 7.9006799006535715
              },
              "top2_pct": 21.9903048393426
            },
            "1": {
              "n_unweighted": 2028,
              "n_weighted": 2018.3805819610998,
              "n_eff": 1756.8155467516012,
              "eligible_n": 2089,
              "eligible_weighted_n": 2076.5185082221997,
              "eligible_n_eff": 1808.8503416140459,
              "structural_excluded_n": 0,
              "missing_counts": {
                "97": 36,
                "98": 13,
                "99": 12,
                "unexpected_blank": 0
              },
              "status": "reportable",
              "mean": 2.7926338493585123,
              "distribution_pct": {
                "1": 20.60084828730352,
                "2": 22.249856246033545,
                "3": 27.0157460507569,
                "4": 17.552161075320328,
                "5": 12.58138834058572
              },
              "top2_pct": 30.133549415906046
            }
          },
          "usage_pre": {
            "0": {
              "n_unweighted": 694,
              "n_weighted": 706.4287528870999,
              "n_eff": 607.9273726948281,
              "eligible_n": 711,
              "eligible_weighted_n": 723.4814917583999,
              "eligible_n_eff": 622.0730663957901,
              "structural_excluded_n": 0,
              "missing_counts": {
                "97": 11,
                "98": 4,
                "99": 2,
                "unexpected_blank": 0
              },
              "status": "reportable",
              "mean": 0.03925272980633,
              "distribution_pct": {
                "0": 96.074727019367,
                "1": 3.9252729806330002
              },
              "pct": 3.9252729806330002
            },
            "1": {
              "n_unweighted": 2026,
              "n_weighted": 2016.3050658698999,
              "n_eff": 1754.9107457704927,
              "eligible_n": 2089,
              "eligible_weighted_n": 2076.5185082221997,
              "eligible_n_eff": 1808.8503416140459,
              "structural_excluded_n": 0,
              "missing_counts": {
                "97": 45,
                "98": 7,
                "99": 11,
                "unexpected_blank": 0
              },
              "status": "reportable",
              "mean": 0.05799135070806031,
              "distribution_pct": {
                "0": 94.20086492919397,
                "1": 5.79913507080603
              },
              "pct": 5.79913507080603
            }
          },
          "children_under18": {
            "0": {
              "n_unweighted": 711,
              "n_weighted": 723.4814917583999,
              "n_eff": 622.0730663957901,
              "eligible_n": 711,
              "eligible_weighted_n": 723.4814917583999,
              "eligible_n_eff": 622.0730663957901,
              "structural_excluded_n": 0,
              "missing_counts": {
                "97": 0,
                "98": 0,
                "99": 0,
                "unexpected_blank": 0
              },
              "status": "reportable",
              "mean": 0.42308654107701454,
              "distribution_pct": {
                "0": 57.691345892298564,
                "1": 42.30865410770145
              },
              "pct": 42.30865410770145
            },
            "1": {
              "n_unweighted": 2089,
              "n_weighted": 2076.5185082221997,
              "n_eff": 1808.8503416140459,
              "eligible_n": 2089,
              "eligible_weighted_n": 2076.5185082221997,
              "eligible_n_eff": 1808.8503416140459,
              "structural_excluded_n": 0,
              "missing_counts": {
                "97": 0,
                "98": 0,
                "99": 0,
                "unexpected_blank": 0
              },
              "status": "reportable",
              "mean": 0.32429933658170934,
              "distribution_pct": {
                "0": 67.57006634182909,
                "1": 32.429933658170924
              },
              "pct": 32.429933658170924
            }
          },
          "digital_confidence_pre": {
            "0": {
              "n_unweighted": 694,
              "n_weighted": 706.3279880051,
              "n_eff": 606.7870985429994,
              "eligible_n": 711,
              "eligible_weighted_n": 723.4814917583999,
              "eligible_n_eff": 622.0730663957901,
              "structural_excluded_n": 0,
              "missing_counts": {
                "97": 5,
                "98": 7,
                "99": 5,
                "unexpected_blank": 0
              },
              "status": "reportable",
              "mean": 2.9627371986271767,
              "distribution_pct": {
                "1": 16.25955439528339,
                "2": 22.535438178198127,
                "3": 24.642758134715624,
                "4": 21.79623175212312,
                "5": 14.766017539679726
              },
              "top2_pct": 36.56224929180284
            },
            "1": {
              "n_unweighted": 2018,
              "n_weighted": 2008.687310377,
              "n_eff": 1745.9799297853563,
              "eligible_n": 2089,
              "eligible_weighted_n": 2076.5185082221997,
              "eligible_n_eff": 1808.8503416140459,
              "structural_excluded_n": 0,
              "missing_counts": {
                "97": 41,
                "98": 13,
                "99": 17,
                "unexpected_blank": 0
              },
              "status": "reportable",
              "mean": 3.274907727224682,
              "distribution_pct": {
                "1": 10.76997383422496,
                "2": 18.619210022564715,
                "3": 24.267012519823876,
                "4": 25.037676833290096,
                "5": 21.30612679009636
              },
              "top2_pct": 46.34380362338646
            }
          },
          "budget_pressure_pre": {
            "0": {
              "n_unweighted": 692,
              "n_weighted": 703.0564486443,
              "n_eff": 605.9801314363735,
              "eligible_n": 711,
              "eligible_weighted_n": 723.4814917583999,
              "eligible_n_eff": 622.0730663957901,
              "structural_excluded_n": 0,
              "missing_counts": {
                "97": 12,
                "98": 2,
                "99": 5,
                "unexpected_blank": 0
              },
              "status": "reportable",
              "mean": 3.481489901669284,
              "distribution_pct": {
                "1": 6.380393251722389,
                "2": 12.760751199608153,
                "3": 31.66331190538961,
                "4": 24.720559416578375,
                "5": 24.474984226701476
              },
              "top2_pct": 49.19554364327985
            },
            "1": {
              "n_unweighted": 2036,
              "n_weighted": 2026.3617417657,
              "n_eff": 1762.9042947510152,
              "eligible_n": 2089,
              "eligible_weighted_n": 2076.5185082221997,
              "eligible_n_eff": 1808.8503416140459,
              "structural_excluded_n": 0,
              "missing_counts": {
                "97": 34,
                "98": 11,
                "99": 8,
                "unexpected_blank": 0
              },
              "status": "reportable",
              "mean": 2.929190824749893,
              "distribution_pct": {
                "1": 15.78547393736204,
                "2": 21.324220128276714,
                "3": 29.207218395866878,
                "4": 21.55192459899868,
                "5": 12.131162939495692
              },
              "top2_pct": 33.68308753849438
            }
          }
        }
      }
    },
    {
      "analysis_id": "analysis_results.json#/tables/HET_consideration",
      "values": {
        "analysis_id": "HET_consideration",
        "title": "Children interaction in assignment change for consideration",
        "source_variables": [
          "consideration_pre",
          "consideration_post",
          "children_under18",
          "assignment"
        ],
        "universe": "Endpoint-specific pairs; four disjoint assignment × children cells",
        "weighting": "weight_base; fixed baseline profile weights, not attrition correction",
        "values": {
          "groups": {
            "0": {
              "arms": {
                "0": {
                  "n_unweighted": 663,
                  "n_weighted": 690.8556256511,
                  "n_eff": 567.8472271965826,
                  "eligible_n": 874,
                  "eligible_weighted_n": 922.522697878,
                  "eligible_n_eff": 748.5739252513517,
                  "returned_n": 699,
                  "pair_n": 663,
                  "excluded_pair_n": 211,
                  "status": "reportable",
                  "pre_missing_counts": {
                    "97": 20,
                    "98": 5,
                    "99": 3,
                    "structural_blank": 0
                  },
                  "post_missing_counts": {
                    "97": 9,
                    "98": 3,
                    "99": 2,
                    "structural_blank": 175
                  },
                  "pre_distribution_pct": {
                    "1": 20.227154348927968,
                    "2": 21.198085589269,
                    "3": 27.122701550270236,
                    "4": 17.870503576929714,
                    "5": 13.581554934603082
                  },
                  "post_distribution_pct": {
                    "1": 19.428908680811332,
                    "2": 17.397845765534967,
                    "3": 21.965213234108717,
                    "4": 21.655161123817038,
                    "5": 19.55287119572794
                  },
                  "pre_pct": 31.452058511532805,
                  "post_pct": 41.208032319544984,
                  "change_pp": 9.755973808012183,
                  "variance_change": 0.00022761419210888406
                },
                "1": {
                  "n_unweighted": 598,
                  "n_weighted": 641.2937411533001,
                  "n_eff": 516.1747454512258,
                  "eligible_n": 836,
                  "eligible_weighted_n": 897.9684456052,
                  "eligible_n_eff": 723.1861793319956,
                  "returned_n": 631,
                  "pair_n": 598,
                  "excluded_pair_n": 238,
                  "status": "reportable",
                  "pre_missing_counts": {
                    "97": 15,
                    "98": 4,
                    "99": 4,
                    "structural_blank": 0
                  },
                  "post_missing_counts": {
                    "97": 11,
                    "98": 2,
                    "99": 2,
                    "structural_blank": 205
                  },
                  "pre_distribution_pct": {
                    "1": 25.126717449887092,
                    "2": 23.4794728964158,
                    "3": 25.53478530593598,
                    "4": 15.668292012346413,
                    "5": 10.190732335414701
                  },
                  "post_distribution_pct": {
                    "1": 19.820908996664375,
                    "2": 22.07992409485429,
                    "3": 23.80478331645018,
                    "4": 19.73686426254133,
                    "5": 14.55751932948981
                  },
                  "pre_pct": 25.85902434776111,
                  "post_pct": 34.29438359203114,
                  "change_pp": 8.435359244270026,
                  "variance_change": 0.00023701296693192002
                }
              },
              "status": "reportable",
              "estimate_pp": -1.320614563742156,
              "se_pp": 2.155521187649994,
              "ci95_pp": [
                -5.545358459449147,
                2.9041293319648354
              ],
              "p_raw": 0.5400972021482657,
              "interval_scope": "Pointwise, not simultaneous; fixed-weight normal approximation"
            },
            "1": {
              "arms": {
                "0": {
                  "n_unweighted": 352,
                  "n_weighted": 309.31519617109996,
                  "n_eff": 319.6334728349744,
                  "eligible_n": 526,
                  "eligible_weighted_n": 464.53481656149995,
                  "eligible_n_eff": 477.07134297794,
                  "returned_n": 371,
                  "pair_n": 352,
                  "excluded_pair_n": 174,
                  "status": "reportable",
                  "pre_missing_counts": {
                    "97": 6,
                    "98": 4,
                    "99": 8,
                    "structural_blank": 0
                  },
                  "post_missing_counts": {
                    "97": 7,
                    "98": 0,
                    "99": 1,
                    "structural_blank": 155
                  },
                  "pre_distribution_pct": {
                    "1": 17.513596049524267,
                    "2": 22.412477958164153,
                    "3": 28.483932125618544,
                    "4": 18.23464625886034,
                    "5": 13.355347607832693
                  },
                  "post_distribution_pct": {
                    "1": 15.494091199932383,
                    "2": 21.853695831002216,
                    "3": 25.805750880679774,
                    "4": 19.1929092280875,
                    "5": 17.653552860298134
                  },
                  "pre_pct": 31.589993866693035,
                  "post_pct": 36.846462088385636,
                  "change_pp": 5.256468221692601,
                  "variance_change": 0.00045568812120014415
                },
                "1": {
                  "n_unweighted": 368,
                  "n_weighted": 332.31888378519994,
                  "n_eff": 331.9933923800815,
                  "eligible_n": 564,
                  "eligible_weighted_n": 514.9740399359,
                  "eligible_n_eff": 509.0142739924418,
                  "returned_n": 388,
                  "pair_n": 368,
                  "excluded_pair_n": 196,
                  "status": "reportable",
                  "pre_missing_counts": {
                    "97": 4,
                    "98": 3,
                    "99": 5,
                    "structural_blank": 0
                  },
                  "post_missing_counts": {
                    "97": 6,
                    "98": 4,
                    "99": 2,
                    "structural_blank": 176
                  },
                  "pre_distribution_pct": {
                    "1": 16.78840681950578,
                    "2": 20.995100301070302,
                    "3": 28.09254782088845,
                    "4": 20.04805531841616,
                    "5": 14.075889740119315
                  },
                  "post_distribution_pct": {
                    "1": 14.950916365804408,
                    "2": 18.291031830827027,
                    "3": 24.430861684218186,
                    "4": 20.29961277009572,
                    "5": 22.02757734905466
                  },
                  "pre_pct": 34.12394505853548,
                  "post_pct": 42.32719011915038,
                  "change_pp": 8.203245060614904,
                  "variance_change": 0.00043521114640563785
                }
              },
              "status": "reportable",
              "estimate_pp": 2.946776838922303,
              "se_pp": 2.984793573441524,
              "ci95_pp": [
                -2.9033110663096924,
                8.796864744154298
              ],
              "p_raw": 0.32351362879109274,
              "interval_scope": "Pointwise, not simultaneous; fixed-weight normal approximation"
            }
          },
          "estimate_pp": 4.267391402664459,
          "se_pp": 3.681747447403999,
          "ci95_pp": [
            -2.9487009944196556,
            11.483483799748573
          ],
          "p_raw": 0.24642893854544323,
          "interval_scope": "Pointwise, not simultaneous; fixed-weight normal approximation",
          "p_holm": 0.47168887192176795,
          "family": "SECONDARY_CHILDREN_HETEROGENEITY",
          "family_size": 3
        },
        "chart": {
          "labels": [
            "No children under 18",
            "Children under 18"
          ],
          "values": [
            -1.320614563742156,
            2.946776838922303
          ],
          "unit": "percentage_points",
          "bases": []
        }
      }
    },
    {
      "analysis_id": "analysis_results.json#/tables/HET_usage",
      "values": {
        "analysis_id": "HET_usage",
        "title": "Children interaction in assignment change for usage",
        "source_variables": [
          "usage_pre",
          "usage_post",
          "children_under18",
          "assignment"
        ],
        "universe": "Endpoint-specific pairs; four disjoint assignment × children cells",
        "weighting": "weight_base; fixed baseline profile weights, not attrition correction",
        "values": {
          "groups": {
            "0": {
              "arms": {
                "0": {
                  "n_unweighted": 662,
                  "n_weighted": 693.4281311717,
                  "n_eff": 566.033636297269,
                  "eligible_n": 874,
                  "eligible_weighted_n": 922.522697878,
                  "eligible_n_eff": 748.5739252513517,
                  "returned_n": 699,
                  "pair_n": 662,
                  "excluded_pair_n": 212,
                  "status": "reportable",
                  "pre_missing_counts": {
                    "97": 19,
                    "98": 5,
                    "99": 4,
                    "structural_blank": 0
                  },
                  "post_missing_counts": {
                    "97": 8,
                    "98": 5,
                    "99": 1,
                    "structural_blank": 175
                  },
                  "pre_distribution_pct": {
                    "0": 94.54235369177297,
                    "1": 5.457646308227035
                  },
                  "post_distribution_pct": {
                    "0": 90.64090862038731,
                    "1": 9.359091379612696
                  },
                  "pre_pct": 5.457646308227035,
                  "post_pct": 9.359091379612696,
                  "change_pp": 3.9014450713856625,
                  "variance_change": 0.00006033256366930301
                },
                "1": {
                  "n_unweighted": 600,
                  "n_weighted": 642.1548474964001,
                  "n_eff": 518.4507068695431,
                  "eligible_n": 836,
                  "eligible_weighted_n": 897.9684456052,
                  "eligible_n_eff": 723.1861793319956,
                  "returned_n": 631,
                  "pair_n": 600,
                  "excluded_pair_n": 236,
                  "status": "reportable",
                  "pre_missing_counts": {
                    "97": 12,
                    "98": 3,
                    "99": 7,
                    "structural_blank": 0
                  },
                  "post_missing_counts": {
                    "97": 8,
                    "98": 3,
                    "99": 3,
                    "structural_blank": 205
                  },
                  "pre_distribution_pct": {
                    "0": 93.24910565034034,
                    "1": 6.7508943496596485
                  },
                  "post_distribution_pct": {
                    "0": 91.24242904364039,
                    "1": 8.757570956359597
                  },
                  "pre_pct": 6.750894349659648,
                  "post_pct": 8.757570956359597,
                  "change_pp": 2.00667660669995,
                  "variance_change": 0.00004347788708084009
                }
              },
              "status": "reportable",
              "estimate_pp": -1.8947684646857126,
              "se_pp": 1.0188741372227637,
              "ci95_pp": [
                -3.89172507842165,
                0.102188149050225
              ],
              "p_raw": 0.06293239597588662,
              "interval_scope": "Pointwise, not simultaneous; fixed-weight normal approximation"
            },
            "1": {
              "arms": {
                "0": {
                  "n_unweighted": 345,
                  "n_weighted": 300.3819782095,
                  "n_eff": 314.0903198670086,
                  "eligible_n": 526,
                  "eligible_weighted_n": 464.53481656149995,
                  "eligible_n_eff": 477.07134297794,
                  "returned_n": 371,
                  "pair_n": 345,
                  "excluded_pair_n": 181,
                  "status": "reportable",
                  "pre_missing_counts": {
                    "97": 12,
                    "98": 2,
                    "99": 1,
                    "structural_blank": 0
                  },
                  "post_missing_counts": {
                    "97": 7,
                    "98": 3,
                    "99": 3,
                    "structural_blank": 155
                  },
                  "pre_distribution_pct": {
                    "0": 94.37936696048229,
                    "1": 5.620633039517693
                  },
                  "post_distribution_pct": {
                    "0": 91.50801212651004,
                    "1": 8.491987873489961
                  },
                  "pre_pct": 5.620633039517695,
                  "post_pct": 8.491987873489961,
                  "change_pp": 2.871354833972267,
                  "variance_change": 0.00010619103777258821
                },
                "1": {
                  "n_unweighted": 369,
                  "n_weighted": 331.1473904432,
                  "n_eff": 332.6519155308816,
                  "eligible_n": 564,
                  "eligible_weighted_n": 514.9740399359,
                  "eligible_n_eff": 509.0142739924418,
                  "returned_n": 388,
                  "pair_n": 369,
                  "excluded_pair_n": 195,
                  "status": "reportable",
                  "pre_missing_counts": {
                    "97": 13,
                    "98": 1,
                    "99": 1,
                    "structural_blank": 0
                  },
                  "post_missing_counts": {
                    "97": 6,
                    "98": 4,
                    "99": 0,
                    "structural_blank": 176
                  },
                  "pre_distribution_pct": {
                    "0": 94.9020806902008,
                    "1": 5.097919309799186
                  },
                  "post_distribution_pct": {
                    "0": 91.11924696527413,
                    "1": 8.880753034725867
                  },
                  "pre_pct": 5.097919309799186,
                  "post_pct": 8.880753034725867,
                  "change_pp": 3.7828337249266797,
                  "variance_change": 0.00016248887867884918
                }
              },
              "status": "reportable",
              "estimate_pp": 0.9114788909544127,
              "se_pp": 1.6391458643190893,
              "ci95_pp": [
                -2.3011879685187804,
                4.124145750427606
              ],
              "p_raw": 0.5781633987160403,
              "interval_scope": "Pointwise, not simultaneous; fixed-weight normal approximation"
            }
          },
          "estimate_pp": 2.8062473556401253,
          "se_pp": 1.930000951299197,
          "ci95_pp": [
            -0.9764849990343434,
            6.588979710314594
          ],
          "p_raw": 0.14594257526645016,
          "interval_scope": "Pointwise, not simultaneous; fixed-weight normal approximation",
          "p_holm": 0.4378277257993505,
          "family": "SECONDARY_CHILDREN_HETEROGENEITY",
          "family_size": 3
        },
        "chart": {
          "labels": [
            "No children under 18",
            "Children under 18"
          ],
          "values": [
            -1.8947684646857126,
            0.9114788909544127
          ],
          "unit": "percentage_points",
          "bases": []
        }
      }
    },
    {
      "analysis_id": "analysis_results.json#/tables/older_digital_online",
      "values": {
        "analysis_id": "older_digital_online",
        "title": "Exploratory older digital online-grocery subgroup",
        "source_variables": [
          "age_band",
          "online_grocery_pre",
          "digital_confidence_pre",
          "awareness_pre",
          "awareness_post",
          "assignment"
        ],
        "universe": "Age 65+, baseline online grocery, valid digital confidence 4/5; endpoint pairs by assignment",
        "weighting": "weight_base; fixed baseline profile weights, not attrition correction",
        "values": {
          "arms": {
            "0": {
              "n_unweighted": 22,
              "n_weighted": 23.044983403200007,
              "n_eff": 22.00000000000002,
              "eligible_n": 26,
              "eligible_weighted_n": 27.234980385600004,
              "eligible_n_eff": 26.000000000000004,
              "returned_n": 22,
              "pair_n": 22,
              "excluded_pair_n": 4,
              "status": "suppressed",
              "pre_missing_counts": {
                "97": 0,
                "98": 0,
                "99": 0,
                "structural_blank": 0
              },
              "post_missing_counts": {
                "97": 0,
                "98": 0,
                "99": 0,
                "structural_blank": 4
              }
            },
            "1": {
              "n_unweighted": 21,
              "n_weighted": 21.997484157600006,
              "n_eff": 21.000000000000014,
              "eligible_n": 28,
              "eligible_weighted_n": 29.329978876800006,
              "eligible_n_eff": 28.000000000000014,
              "returned_n": 21,
              "pair_n": 21,
              "excluded_pair_n": 7,
              "status": "suppressed",
              "pre_missing_counts": {
                "97": 0,
                "98": 0,
                "99": 0,
                "structural_blank": 0
              },
              "post_missing_counts": {
                "97": 0,
                "98": 0,
                "99": 0,
                "structural_blank": 7
              }
            }
          },
          "status": "suppressed"
        }
      }
    },
    {
      "analysis_id": "analysis_results.json#/tables/followup_status_by_assignment",
      "values": {
        "analysis_id": "followup_status_by_assignment",
        "title": "followup_status by assigned arm",
        "source_variables": [
          "followup_status",
          "assignment"
        ],
        "universe": "All enrolled within assignment; recall additionally requires returned survey with valid recall",
        "weighting": "weight_base; fixed baseline profile weights, not attrition correction",
        "values": {
          "0": {
            "n_unweighted": 1400,
            "n_weighted": 1387.0575144395,
            "n_eff": 1210.6116200875301,
            "eligible_n": 1400,
            "eligible_weighted_n": 1387.0575144395,
            "eligible_n_eff": 1210.6116200875301,
            "structural_excluded_n": 0,
            "missing_counts": {
              "97": 0,
              "98": 0,
              "99": 0,
              "unexpected_blank": 0
            },
            "status": "reportable",
            "mean": 0.759794206107138,
            "distribution_pct": {
              "0": 24.0205793892862,
              "1": 75.9794206107138
            },
            "pct": 75.9794206107138
          },
          "1": {
            "n_unweighted": 1400,
            "n_weighted": 1412.9424855410998,
            "n_eff": 1220.3001032310437,
            "eligible_n": 1400,
            "eligible_weighted_n": 1412.9424855410998,
            "eligible_n_eff": 1220.3001032310437,
            "structural_excluded_n": 0,
            "missing_counts": {
              "97": 0,
              "98": 0,
              "99": 0,
              "unexpected_blank": 0
            },
            "status": "reportable",
            "mean": 0.7237663639380694,
            "distribution_pct": {
              "0": 27.623363606193074,
              "1": 72.37663639380693
            },
            "pct": 72.37663639380693
          }
        },
        "chart": {
          "labels": [
            "Control",
            "Assigned"
          ],
          "values": [
            75.9794206107138,
            72.37663639380693
          ],
          "unit": "percent",
          "bases": [
            1400,
            1400
          ]
        }
      }
    },
    {
      "analysis_id": "analysis_results.json#/tables/profile_assignment_baseline",
      "values": {
        "analysis_id": "profile_assignment_baseline",
        "title": "Baseline profile by assignment_baseline",
        "source_variables": [
          "awareness_pre",
          "consideration_pre",
          "usage_pre",
          "children_under18",
          "digital_confidence_pre",
          "budget_pressure_pre",
          "assignment"
        ],
        "universe": "Valid baseline responses in stated groups; returned subset only where named",
        "weighting": "weight_base; fixed baseline profile weights, not attrition correction",
        "values": {
          "awareness_pre": {
            "0": {
              "n_unweighted": 1367,
              "n_weighted": 1352.9092143142998,
              "n_eff": 1181.4700032789094,
              "eligible_n": 1400,
              "eligible_weighted_n": 1387.0575144395,
              "eligible_n_eff": 1210.6116200875301,
              "structural_excluded_n": 0,
              "missing_counts": {
                "97": 17,
                "98": 5,
                "99": 11,
                "unexpected_blank": 0
              },
              "status": "reportable",
              "mean": 0.30724912129198617,
              "distribution_pct": {
                "0": 69.27508787080139,
                "1": 30.724912129198618
              },
              "pct": 30.724912129198618
            },
            "1": {
              "n_unweighted": 1360,
              "n_weighted": 1371.0056039398999,
              "n_eff": 1185.919859039717,
              "eligible_n": 1400,
              "eligible_weighted_n": 1412.9424855410998,
              "eligible_n_eff": 1220.3001032310437,
              "structural_excluded_n": 0,
              "missing_counts": {
                "97": 24,
                "98": 6,
                "99": 10,
                "unexpected_blank": 0
              },
              "status": "reportable",
              "mean": 0.3016530036185974,
              "distribution_pct": {
                "0": 69.83469963814026,
                "1": 30.16530036185975
              },
              "pct": 30.16530036185975
            }
          },
          "consideration_pre": {
            "0": {
              "n_unweighted": 1354,
              "n_weighted": 1343.1846829354,
              "n_eff": 1171.6063489939095,
              "eligible_n": 1400,
              "eligible_weighted_n": 1387.0575144395,
              "eligible_n_eff": 1210.6116200875301,
              "structural_excluded_n": 0,
              "missing_counts": {
                "97": 26,
                "98": 9,
                "99": 11,
                "unexpected_blank": 0
              },
              "status": "reportable",
              "mean": 2.780328396376978,
              "distribution_pct": {
                "1": 21.008070601023316,
                "2": 21.89268938273343,
                "3": 27.307303129069442,
                "4": 17.64220355186978,
                "5": 12.149733335304024
              },
              "top2_pct": 29.791936887173804
            },
            "1": {
              "n_unweighted": 1365,
              "n_weighted": 1379.3358578195998,
              "n_eff": 1189.9496369817132,
              "eligible_n": 1400,
              "eligible_weighted_n": 1412.9424855410998,
              "eligible_n_eff": 1220.3001032310437,
              "structural_excluded_n": 0,
              "missing_counts": {
                "97": 19,
                "98": 7,
                "99": 9,
                "unexpected_blank": 0
              },
              "status": "reportable",
              "mean": 2.6521264390239927,
              "distribution_pct": {
                "1": 23.690549518197024,
                "2": 24.327669915254763,
                "3": 25.67263341974348,
                "4": 15.696881439561416,
                "5": 10.61226570724333
              },
              "top2_pct": 26.309147146804747
            }
          },
          "usage_pre": {
            "0": {
              "n_unweighted": 1357,
              "n_weighted": 1344.3431897451,
              "n_eff": 1174.5031440227046,
              "eligible_n": 1400,
              "eligible_weighted_n": 1387.0575144395,
              "eligible_n_eff": 1210.6116200875301,
              "structural_excluded_n": 0,
              "missing_counts": {
                "97": 31,
                "98": 7,
                "99": 5,
                "unexpected_blank": 0
              },
              "status": "reportable",
              "mean": 0.0491293767864611,
              "distribution_pct": {
                "0": 95.0870623213539,
                "1": 4.91293767864611
              },
              "pct": 4.91293767864611
            },
            "1": {
              "n_unweighted": 1363,
              "n_weighted": 1378.3906290118998,
              "n_eff": 1188.380735215719,
              "eligible_n": 1400,
              "eligible_weighted_n": 1412.9424855410998,
              "eligible_n_eff": 1220.3001032310437,
              "structural_excluded_n": 0,
              "missing_counts": {
                "97": 25,
                "98": 4,
                "99": 8,
                "unexpected_blank": 0
              },
              "status": "reportable",
              "mean": 0.05703083467046796,
              "distribution_pct": {
                "0": 94.29691653295322,
                "1": 5.703083467046796
              },
              "pct": 5.703083467046796
            }
          },
          "children_under18": {
            "0": {
              "n_unweighted": 1400,
              "n_weighted": 1387.0575144395,
              "n_eff": 1210.6116200875301,
              "eligible_n": 1400,
              "eligible_weighted_n": 1387.0575144395,
              "eligible_n_eff": 1210.6116200875301,
              "structural_excluded_n": 0,
              "missing_counts": {
                "97": 0,
                "98": 0,
                "99": 0,
                "unexpected_blank": 0
              },
              "status": "reportable",
              "mean": 0.334906672380644,
              "distribution_pct": {
                "0": 66.5093327619356,
                "1": 33.4906672380644
              },
              "pct": 33.4906672380644
            },
            "1": {
              "n_unweighted": 1400,
              "n_weighted": 1412.9424855410998,
              "n_eff": 1220.3001032310437,
              "eligible_n": 1400,
              "eligible_weighted_n": 1412.9424855410998,
              "eligible_n_eff": 1220.3001032310437,
              "structural_excluded_n": 0,
              "missing_counts": {
                "97": 0,
                "98": 0,
                "99": 0,
                "unexpected_blank": 0
              },
              "status": "reportable",
              "mean": 0.3644692159841777,
              "distribution_pct": {
                "0": 63.55307840158224,
                "1": 36.44692159841777
              },
              "pct": 36.44692159841777
            }
          },
          "digital_confidence_pre": {
            "0": {
              "n_unweighted": 1356,
              "n_weighted": 1344.964061392,
              "n_eff": 1172.0111628319626,
              "eligible_n": 1400,
              "eligible_weighted_n": 1387.0575144395,
              "eligible_n_eff": 1210.6116200875301,
              "structural_excluded_n": 0,
              "missing_counts": {
                "97": 25,
                "98": 11,
                "99": 8,
                "unexpected_blank": 0
              },
              "status": "reportable",
              "mean": 3.220989960408817,
              "distribution_pct": {
                "1": 10.741982530720684,
                "2": 19.85299315090593,
                "3": 25.278677991545795,
                "4": 24.81673840042618,
                "5": 19.30960792640141
              },
              "top2_pct": 44.12634632682759
            },
            "1": {
              "n_unweighted": 1356,
              "n_weighted": 1370.0512369900998,
              "n_eff": 1180.765165769867,
              "eligible_n": 1400,
              "eligible_weighted_n": 1412.9424855410998,
              "eligible_n_eff": 1220.3001032310437,
              "structural_excluded_n": 0,
              "missing_counts": {
                "97": 21,
                "98": 9,
                "99": 14,
                "unexpected_blank": 0
              },
              "status": "reportable",
              "mean": 3.166899122330454,
              "distribution_pct": {
                "1": 13.627598121715293,
                "2": 19.427024764587202,
                "3": 23.467586901366616,
                "4": 23.583447183598636,
                "5": 19.894343028732262
              },
              "top2_pct": 43.4777902123309
            }
          },
          "budget_pressure_pre": {
            "0": {
              "n_unweighted": 1356,
              "n_weighted": 1345.6010874661,
              "n_eff": 1172.5910028092103,
              "eligible_n": 1400,
              "eligible_weighted_n": 1387.0575144395,
              "eligible_n_eff": 1210.6116200875301,
              "structural_excluded_n": 0,
              "missing_counts": {
                "97": 27,
                "98": 10,
                "99": 7,
                "unexpected_blank": 0
              },
              "status": "reportable",
              "mean": 3.018866324684982,
              "distribution_pct": {
                "1": 13.758599678611228,
                "2": 20.109913443029768,
                "3": 30.444284267525955,
                "4": 21.860659952915707,
                "5": 13.826542657917345
              },
              "top2_pct": 35.687202610833054
            },
            "1": {
              "n_unweighted": 1372,
              "n_weighted": 1383.8171029439,
              "n_eff": 1196.2919897078275,
              "eligible_n": 1400,
              "eligible_weighted_n": 1412.9424855410998,
              "eligible_n_eff": 1220.3001032310437,
              "structural_excluded_n": 0,
              "missing_counts": {
                "97": 19,
                "98": 3,
                "99": 6,
                "unexpected_blank": 0
              },
              "status": "reportable",
              "mean": 3.1225906438498305,
              "distribution_pct": {
                "1": 12.978066505366836,
                "2": 18.154271117278174,
                "3": 29.25214860957752,
                "4": 22.861559022560034,
                "5": 16.753954745217435
              },
              "top2_pct": 39.61551376777747
            }
          }
        }
      }
    },
    {
      "analysis_id": "analysis_results.json#/tables/profile_assignment_returners",
      "values": {
        "analysis_id": "profile_assignment_returners",
        "title": "Baseline profile by assignment_returners",
        "source_variables": [
          "awareness_pre",
          "consideration_pre",
          "usage_pre",
          "children_under18",
          "digital_confidence_pre",
          "budget_pressure_pre",
          "assignment"
        ],
        "universe": "Valid baseline responses in stated groups; returned subset only where named",
        "weighting": "weight_base; fixed baseline profile weights, not attrition correction",
        "values": {
          "awareness_pre": {
            "0": {
              "n_unweighted": 1045,
              "n_weighted": 1027.4026510684998,
              "n_eff": 901.9799735948253,
              "eligible_n": 1070,
              "eligible_weighted_n": 1053.8782630085,
              "eligible_n_eff": 923.6573212077367,
              "structural_excluded_n": 0,
              "missing_counts": {
                "97": 14,
                "98": 4,
                "99": 7,
                "unexpected_blank": 0
              },
              "status": "reportable",
              "mean": 0.3145881346725771,
              "distribution_pct": {
                "0": 68.5411865327423,
                "1": 31.458813467257713
              },
              "pct": 31.458813467257713
            },
            "1": {
              "n_unweighted": 990,
              "n_weighted": 993.248630028,
              "n_eff": 860.0988086056233,
              "eligible_n": 1019,
              "eligible_weighted_n": 1022.6402452136999,
              "eligible_n_eff": 885.2621805817785,
              "structural_excluded_n": 0,
              "missing_counts": {
                "97": 18,
                "98": 4,
                "99": 7,
                "unexpected_blank": 0
              },
              "status": "reportable",
              "mean": 0.312566453010107,
              "distribution_pct": {
                "0": 68.7433546989893,
                "1": 31.2566453010107
              },
              "pct": 31.2566453010107
            }
          },
          "consideration_pre": {
            "0": {
              "n_unweighted": 1036,
              "n_weighted": 1021.580677058,
              "n_eff": 894.9001745465539,
              "eligible_n": 1070,
              "eligible_weighted_n": 1053.8782630085,
              "eligible_n_eff": 923.6573212077367,
              "structural_excluded_n": 0,
              "missing_counts": {
                "97": 21,
                "98": 8,
                "99": 5,
                "unexpected_blank": 0
              },
              "status": "reportable",
              "mean": 2.850912190094652,
              "distribution_pct": {
                "1": 19.100934640928163,
                "2": 21.830012607035492,
                "3": 27.59177015761005,
                "4": 17.831464290495553,
                "5": 13.645818303930724
              },
              "top2_pct": 31.477282594426278
            },
            "1": {
              "n_unweighted": 992,
              "n_weighted": 996.7999049031,
              "n_eff": 861.9886063861285,
              "eligible_n": 1019,
              "eligible_weighted_n": 1022.6402452136999,
              "eligible_n_eff": 885.2621805817785,
              "structural_excluded_n": 0,
              "missing_counts": {
                "97": 15,
                "98": 5,
                "99": 7,
                "unexpected_blank": 0
              },
              "status": "reportable",
              "mean": 2.7329066899815952,
              "distribution_pct": {
                "1": 22.138050278250354,
                "2": 22.68013733542411,
                "3": 26.425401795920735,
                "4": 17.26591429072524,
                "5": 11.490496299679553
              },
              "top2_pct": 28.756410590404794
            }
          },
          "usage_pre": {
            "0": {
              "n_unweighted": 1034,
              "n_weighted": 1019.1725484231001,
              "n_eff": 892.9199387135134,
              "eligible_n": 1070,
              "eligible_weighted_n": 1053.8782630085,
              "eligible_n_eff": 923.6573212077367,
              "structural_excluded_n": 0,
              "missing_counts": {
                "97": 27,
                "98": 5,
                "99": 4,
                "unexpected_blank": 0
              },
              "status": "reportable",
              "mean": 0.05498548407000032,
              "distribution_pct": {
                "0": 94.50145159299996,
                "1": 5.498548407000032
              },
              "pct": 5.498548407000032
            },
            "1": {
              "n_unweighted": 992,
              "n_weighted": 997.1325174468,
              "n_eff": 862.06840115868,
              "eligible_n": 1019,
              "eligible_weighted_n": 1022.6402452136999,
              "eligible_n_eff": 885.2621805817785,
              "structural_excluded_n": 0,
              "missing_counts": {
                "97": 18,
                "98": 2,
                "99": 7,
                "unexpected_blank": 0
              },
              "status": "reportable",
              "mean": 0.06106365725521391,
              "distribution_pct": {
                "0": 93.89363427447861,
                "1": 6.106365725521391
              },
              "pct": 6.106365725521391
            }
          },
          "children_under18": {
            "0": {
              "n_unweighted": 1070,
              "n_weighted": 1053.8782630085,
              "n_eff": 923.6573212077367,
              "eligible_n": 1070,
              "eligible_weighted_n": 1053.8782630085,
              "eligible_n_eff": 923.6573212077367,
              "structural_excluded_n": 0,
              "missing_counts": {
                "97": 0,
                "98": 0,
                "99": 0,
                "unexpected_blank": 0
              },
              "status": "reportable",
              "mean": 0.3076488584568946,
              "distribution_pct": {
                "0": 69.23511415431052,
                "1": 30.76488584568946
              },
              "pct": 30.76488584568946
            },
            "1": {
              "n_unweighted": 1019,
              "n_weighted": 1022.6402452136999,
              "n_eff": 885.2621805817785,
              "eligible_n": 1019,
              "eligible_weighted_n": 1022.6402452136999,
              "eligible_n_eff": 885.2621805817785,
              "structural_excluded_n": 0,
              "missing_counts": {
                "97": 0,
                "98": 0,
                "99": 0,
                "unexpected_blank": 0
              },
              "status": "reportable",
              "mean": 0.3414584275196703,
              "distribution_pct": {
                "0": 65.85415724803299,
                "1": 34.145842751967024
              },
              "pct": 34.145842751967024
            }
          },
          "digital_confidence_pre": {
            "0": {
              "n_unweighted": 1036,
              "n_weighted": 1021.8397069093999,
              "n_eff": 893.7339103695277,
              "eligible_n": 1070,
              "eligible_weighted_n": 1053.8782630085,
              "eligible_n_eff": 923.6573212077367,
              "structural_excluded_n": 0,
              "missing_counts": {
                "97": 22,
                "98": 5,
                "99": 7,
                "unexpected_blank": 0
              },
              "status": "reportable",
              "mean": 3.301407954047736,
              "distribution_pct": {
                "1": 9.96148997610103,
                "2": 18.78727086421797,
                "3": 24.196180542260116,
                "4": 25.259071013648203,
                "5": 21.79598760377269
              },
              "top2_pct": 47.0550586174209
            },
            "1": {
              "n_unweighted": 982,
              "n_weighted": 986.8476034675999,
              "n_eff": 852.3153762357396,
              "eligible_n": 1019,
              "eligible_weighted_n": 1022.6402452136999,
              "eligible_n_eff": 885.2621805817785,
              "structural_excluded_n": 0,
              "missing_counts": {
                "97": 19,
                "98": 8,
                "99": 10,
                "unexpected_blank": 0
              },
              "status": "reportable",
              "mean": 3.247467842976343,
              "distribution_pct": {
                "1": 11.607125290765396,
                "2": 18.44519000105939,
                "3": 24.3403560907453,
                "4": 24.808432354635386,
                "5": 20.79889626279453
              },
              "top2_pct": 45.607328617429914
            }
          },
          "budget_pressure_pre": {
            "0": {
              "n_unweighted": 1034,
              "n_weighted": 1019.1234063393,
              "n_eff": 892.7500113523456,
              "eligible_n": 1070,
              "eligible_weighted_n": 1053.8782630085,
              "eligible_n_eff": 923.6573212077367,
              "structural_excluded_n": 0,
              "missing_counts": {
                "97": 23,
                "98": 8,
                "99": 5,
                "unexpected_blank": 0
              },
              "status": "reportable",
              "mean": 2.8937493818914906,
              "distribution_pct": {
                "1": 16.28171182293071,
                "2": 21.828831118734485,
                "3": 29.79032927677861,
                "4": 20.431062609367387,
                "5": 11.668065172188799
              },
              "top2_pct": 32.099127781556184
            },
            "1": {
              "n_unweighted": 1002,
              "n_weighted": 1007.2383354263998,
              "n_eff": 870.2383220578157,
              "eligible_n": 1019,
              "eligible_weighted_n": 1022.6402452136999,
              "eligible_n_eff": 885.2621805817785,
              "structural_excluded_n": 0,
              "missing_counts": {
                "97": 11,
                "98": 3,
                "99": 3,
                "unexpected_blank": 0
              },
              "status": "reportable",
              "mean": 2.9650504646196802,
              "distribution_pct": {
                "1": 15.28338061296403,
                "2": 20.813654899190333,
                "3": 28.617227004229957,
                "4": 22.68601238014505,
                "5": 12.59972510347065
              },
              "top2_pct": 35.285737483615705
            }
          }
        }
      }
    }
  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SBT-005 · Research export prototype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decision: awareness improved beyond control; downstream benefit remains unestablished.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difference in paired awareness change · percentage points · valid n: 1016, 960 · weight_base; fixed baseline profile weights, not attrition correction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who the result describes before extending it.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followup_status by assigned arm · percent · valid n: 1400, 1400 · weight_base; fixed baseline profile weights, not attrition correction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delivery, memory and pre-existing affinity from assignment effects.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receipt_log by assigned arm · percent · valid n: 1400, 1400 · weight_base; fixed baseline profile weights, not attrition correction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audience needs and message ratings to formulate the next hypotheses.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meal-planning stress by children · mean · valid n: see evidence · weight_base; fixed baseline profile weights, not attrition correction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a focused follow-up experiment with better outcome recovery.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difference in paired awareness change · percentage points · valid n: 1016, 960 · weight_base; fixed baseline profile weights, not attrition correction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2026-09-22T06:33:20Z</dcterms:created>
  <dcterms:modified xsi:type="dcterms:W3CDTF">2026-09-22T06:33:20Z</dcterms:modified>
</cp:coreProperties>
</file>