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5.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GBP_proxy</c:v>
                </c:pt>
              </c:strCache>
            </c:strRef>
          </c:tx>
          <c:spPr>
            <a:solidFill>
              <a:srgbClr val="6F9680"/>
            </a:solidFill>
            <a:ln w="12700" cap="flat">
              <a:solidFill>
                <a:srgbClr val="FFFFFF"/>
              </a:solidFill>
              <a:prstDash val="solid"/>
              <a:round/>
            </a:ln>
            <a:effectLst/>
          </c:spPr>
          <c:invertIfNegative val="0"/>
          <c:dLbls>
            <c:numFmt formatCode="0.0" sourceLinked="0"/>
            <c:txPr>
              <a:bodyPr/>
              <a:lstStyle/>
              <a:p>
                <a:pPr>
                  <a:defRPr b="0" i="0" strike="noStrike" sz="1000" u="none">
                    <a:solidFill>
                      <a:srgbClr val="24302A"/>
                    </a:solidFill>
                    <a:latin typeface="Arial"/>
                  </a:defRPr>
                </a:pPr>
              </a:p>
            </c:txPr>
            <c:showLegendKey val="0"/>
            <c:showVal val="1"/>
            <c:showCatName val="0"/>
            <c:showSerName val="0"/>
            <c:showPercent val="0"/>
            <c:showBubbleSize val="0"/>
            <c:showLeaderLines val="0"/>
          </c:dLbls>
          <c:cat>
            <c:strRef>
              <c:f>Sheet1!$A$2:$A$5</c:f>
              <c:strCache>
                <c:ptCount val="4"/>
                <c:pt idx="0">
                  <c:v>£4</c:v>
                </c:pt>
                <c:pt idx="1">
                  <c:v>£7</c:v>
                </c:pt>
                <c:pt idx="2">
                  <c:v>£10</c:v>
                </c:pt>
                <c:pt idx="3">
                  <c:v>£13</c:v>
                </c:pt>
              </c:strCache>
            </c:strRef>
          </c:cat>
          <c:val>
            <c:numRef>
              <c:f>Sheet1!$B$2:$B$5</c:f>
              <c:numCache>
                <c:formatCode>General</c:formatCode>
                <c:ptCount val="4"/>
                <c:pt idx="0">
                  <c:v>2.6734333344040087</c:v>
                </c:pt>
                <c:pt idx="1">
                  <c:v>3.6327156423107367</c:v>
                </c:pt>
                <c:pt idx="2">
                  <c:v>3.362941969377527</c:v>
                </c:pt>
                <c:pt idx="3">
                  <c:v>2.5763373822064572</c:v>
                </c:pt>
              </c:numCache>
            </c:numRef>
          </c:val>
        </c:ser>
        <c:dLbls>
          <c:numFmt formatCode="0.0" sourceLinked="0"/>
          <c:txPr>
            <a:bodyPr/>
            <a:lstStyle/>
            <a:p>
              <a:pPr>
                <a:defRPr b="0" i="0" strike="noStrike" sz="1000" u="none">
                  <a:solidFill>
                    <a:srgbClr val="24302A"/>
                  </a:solidFill>
                  <a:latin typeface="Arial"/>
                </a:defRPr>
              </a:pPr>
            </a:p>
          </c:txPr>
          <c:showLegendKey val="0"/>
          <c:showVal val="1"/>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l"/>
        <c:majorGridlines>
          <c:spPr>
            <a:ln w="6350" cap="flat">
              <a:solidFill>
                <a:srgbClr val="24302A"/>
              </a:solidFill>
              <a:prstDash val="solid"/>
              <a:round/>
            </a:ln>
          </c:spPr>
        </c:majorGridlines>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b"/>
        <c:majorGridlines>
          <c:spPr>
            <a:ln w="6350" cap="flat">
              <a:solidFill>
                <a:srgbClr val="24302A"/>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percent</c:v>
                </c:pt>
              </c:strCache>
            </c:strRef>
          </c:tx>
          <c:spPr>
            <a:solidFill>
              <a:srgbClr val="6F9680"/>
            </a:solidFill>
            <a:ln w="12700" cap="flat">
              <a:solidFill>
                <a:srgbClr val="FFFFFF"/>
              </a:solidFill>
              <a:prstDash val="solid"/>
              <a:round/>
            </a:ln>
            <a:effectLst/>
          </c:spPr>
          <c:invertIfNegative val="0"/>
          <c:dLbls>
            <c:numFmt formatCode="0.0&quot;%&quot;" sourceLinked="0"/>
            <c:txPr>
              <a:bodyPr/>
              <a:lstStyle/>
              <a:p>
                <a:pPr>
                  <a:defRPr b="0" i="0" strike="noStrike" sz="1000" u="none">
                    <a:solidFill>
                      <a:srgbClr val="24302A"/>
                    </a:solidFill>
                    <a:latin typeface="Arial"/>
                  </a:defRPr>
                </a:pPr>
              </a:p>
            </c:txPr>
            <c:showLegendKey val="0"/>
            <c:showVal val="1"/>
            <c:showCatName val="0"/>
            <c:showSerName val="0"/>
            <c:showPercent val="0"/>
            <c:showBubbleSize val="0"/>
            <c:showLeaderLines val="0"/>
          </c:dLbls>
          <c:cat>
            <c:strRef>
              <c:f>Sheet1!$A$2:$A$5</c:f>
              <c:strCache>
                <c:ptCount val="4"/>
                <c:pt idx="0">
                  <c:v>£4</c:v>
                </c:pt>
                <c:pt idx="1">
                  <c:v>£7</c:v>
                </c:pt>
                <c:pt idx="2">
                  <c:v>£10</c:v>
                </c:pt>
                <c:pt idx="3">
                  <c:v>£13</c:v>
                </c:pt>
              </c:strCache>
            </c:strRef>
          </c:cat>
          <c:val>
            <c:numRef>
              <c:f>Sheet1!$B$2:$B$5</c:f>
              <c:numCache>
                <c:formatCode>General</c:formatCode>
                <c:ptCount val="4"/>
                <c:pt idx="0">
                  <c:v>66.83583336010021</c:v>
                </c:pt>
                <c:pt idx="1">
                  <c:v>51.89593774729624</c:v>
                </c:pt>
                <c:pt idx="2">
                  <c:v>33.62941969377527</c:v>
                </c:pt>
                <c:pt idx="3">
                  <c:v>19.817979863126595</c:v>
                </c:pt>
              </c:numCache>
            </c:numRef>
          </c:val>
        </c:ser>
        <c:dLbls>
          <c:numFmt formatCode="0.0&quot;%&quot;" sourceLinked="0"/>
          <c:txPr>
            <a:bodyPr/>
            <a:lstStyle/>
            <a:p>
              <a:pPr>
                <a:defRPr b="0" i="0" strike="noStrike" sz="1000" u="none">
                  <a:solidFill>
                    <a:srgbClr val="24302A"/>
                  </a:solidFill>
                  <a:latin typeface="Arial"/>
                </a:defRPr>
              </a:pPr>
            </a:p>
          </c:txPr>
          <c:showLegendKey val="0"/>
          <c:showVal val="1"/>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l"/>
        <c:majorGridlines>
          <c:spPr>
            <a:ln w="6350" cap="flat">
              <a:solidFill>
                <a:srgbClr val="24302A"/>
              </a:solidFill>
              <a:prstDash val="solid"/>
              <a:round/>
            </a:ln>
          </c:spPr>
        </c:majorGridlines>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max val="100"/>
        </c:scaling>
        <c:delete val="0"/>
        <c:axPos val="b"/>
        <c:majorGridlines>
          <c:spPr>
            <a:ln w="6350" cap="flat">
              <a:solidFill>
                <a:srgbClr val="24302A"/>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GBP_proxy</c:v>
                </c:pt>
              </c:strCache>
            </c:strRef>
          </c:tx>
          <c:spPr>
            <a:solidFill>
              <a:srgbClr val="6F9680"/>
            </a:solidFill>
            <a:ln w="12700" cap="flat">
              <a:solidFill>
                <a:srgbClr val="FFFFFF"/>
              </a:solidFill>
              <a:prstDash val="solid"/>
              <a:round/>
            </a:ln>
            <a:effectLst/>
          </c:spPr>
          <c:invertIfNegative val="0"/>
          <c:dLbls>
            <c:numFmt formatCode="0.0" sourceLinked="0"/>
            <c:txPr>
              <a:bodyPr/>
              <a:lstStyle/>
              <a:p>
                <a:pPr>
                  <a:defRPr b="0" i="0" strike="noStrike" sz="1000" u="none">
                    <a:solidFill>
                      <a:srgbClr val="24302A"/>
                    </a:solidFill>
                    <a:latin typeface="Arial"/>
                  </a:defRPr>
                </a:pPr>
              </a:p>
            </c:txPr>
            <c:showLegendKey val="0"/>
            <c:showVal val="1"/>
            <c:showCatName val="0"/>
            <c:showSerName val="0"/>
            <c:showPercent val="0"/>
            <c:showBubbleSize val="0"/>
            <c:showLeaderLines val="0"/>
          </c:dLbls>
          <c:cat>
            <c:strRef>
              <c:f>Sheet1!$A$2:$A$5</c:f>
              <c:strCache>
                <c:ptCount val="4"/>
                <c:pt idx="0">
                  <c:v>£4</c:v>
                </c:pt>
                <c:pt idx="1">
                  <c:v>£7</c:v>
                </c:pt>
                <c:pt idx="2">
                  <c:v>£10</c:v>
                </c:pt>
                <c:pt idx="3">
                  <c:v>£13</c:v>
                </c:pt>
              </c:strCache>
            </c:strRef>
          </c:cat>
          <c:val>
            <c:numRef>
              <c:f>Sheet1!$B$2:$B$5</c:f>
              <c:numCache>
                <c:formatCode>General</c:formatCode>
                <c:ptCount val="4"/>
                <c:pt idx="0">
                  <c:v>2.3392541676035075</c:v>
                </c:pt>
                <c:pt idx="1">
                  <c:v>3.3732359535742553</c:v>
                </c:pt>
                <c:pt idx="2">
                  <c:v>3.1947948709086504</c:v>
                </c:pt>
                <c:pt idx="3">
                  <c:v>2.4772474828908244</c:v>
                </c:pt>
              </c:numCache>
            </c:numRef>
          </c:val>
        </c:ser>
        <c:dLbls>
          <c:numFmt formatCode="0.0" sourceLinked="0"/>
          <c:txPr>
            <a:bodyPr/>
            <a:lstStyle/>
            <a:p>
              <a:pPr>
                <a:defRPr b="0" i="0" strike="noStrike" sz="1000" u="none">
                  <a:solidFill>
                    <a:srgbClr val="24302A"/>
                  </a:solidFill>
                  <a:latin typeface="Arial"/>
                </a:defRPr>
              </a:pPr>
            </a:p>
          </c:txPr>
          <c:showLegendKey val="0"/>
          <c:showVal val="1"/>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l"/>
        <c:majorGridlines>
          <c:spPr>
            <a:ln w="6350" cap="flat">
              <a:solidFill>
                <a:srgbClr val="24302A"/>
              </a:solidFill>
              <a:prstDash val="solid"/>
              <a:round/>
            </a:ln>
          </c:spPr>
        </c:majorGridlines>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b"/>
        <c:majorGridlines>
          <c:spPr>
            <a:ln w="6350" cap="flat">
              <a:solidFill>
                <a:srgbClr val="24302A"/>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percent</c:v>
                </c:pt>
              </c:strCache>
            </c:strRef>
          </c:tx>
          <c:spPr>
            <a:solidFill>
              <a:srgbClr val="6F9680"/>
            </a:solidFill>
            <a:ln w="12700" cap="flat">
              <a:solidFill>
                <a:srgbClr val="FFFFFF"/>
              </a:solidFill>
              <a:prstDash val="solid"/>
              <a:round/>
            </a:ln>
            <a:effectLst/>
          </c:spPr>
          <c:invertIfNegative val="0"/>
          <c:dLbls>
            <c:numFmt formatCode="0.0&quot;%&quot;" sourceLinked="0"/>
            <c:txPr>
              <a:bodyPr/>
              <a:lstStyle/>
              <a:p>
                <a:pPr>
                  <a:defRPr b="0" i="0" strike="noStrike" sz="1000" u="none">
                    <a:solidFill>
                      <a:srgbClr val="24302A"/>
                    </a:solidFill>
                    <a:latin typeface="Arial"/>
                  </a:defRPr>
                </a:pPr>
              </a:p>
            </c:txPr>
            <c:showLegendKey val="0"/>
            <c:showVal val="1"/>
            <c:showCatName val="0"/>
            <c:showSerName val="0"/>
            <c:showPercent val="0"/>
            <c:showBubbleSize val="0"/>
            <c:showLeaderLines val="0"/>
          </c:dLbls>
          <c:cat>
            <c:strRef>
              <c:f>Sheet1!$A$2:$A$5</c:f>
              <c:strCache>
                <c:ptCount val="4"/>
                <c:pt idx="0">
                  <c:v>£7: family</c:v>
                </c:pt>
                <c:pt idx="1">
                  <c:v>£7: other</c:v>
                </c:pt>
                <c:pt idx="2">
                  <c:v>£10: family</c:v>
                </c:pt>
                <c:pt idx="3">
                  <c:v>£10: other</c:v>
                </c:pt>
              </c:strCache>
            </c:strRef>
          </c:cat>
          <c:val>
            <c:numRef>
              <c:f>Sheet1!$B$2:$B$5</c:f>
              <c:numCache>
                <c:formatCode>General</c:formatCode>
                <c:ptCount val="4"/>
                <c:pt idx="0">
                  <c:v>62.73881833241304</c:v>
                </c:pt>
                <c:pt idx="1">
                  <c:v>47.096804823624375</c:v>
                </c:pt>
                <c:pt idx="2">
                  <c:v>46.23075155136751</c:v>
                </c:pt>
                <c:pt idx="3">
                  <c:v>28.260651629072687</c:v>
                </c:pt>
              </c:numCache>
            </c:numRef>
          </c:val>
        </c:ser>
        <c:dLbls>
          <c:numFmt formatCode="0.0&quot;%&quot;" sourceLinked="0"/>
          <c:txPr>
            <a:bodyPr/>
            <a:lstStyle/>
            <a:p>
              <a:pPr>
                <a:defRPr b="0" i="0" strike="noStrike" sz="1000" u="none">
                  <a:solidFill>
                    <a:srgbClr val="24302A"/>
                  </a:solidFill>
                  <a:latin typeface="Arial"/>
                </a:defRPr>
              </a:pPr>
            </a:p>
          </c:txPr>
          <c:showLegendKey val="0"/>
          <c:showVal val="1"/>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l"/>
        <c:majorGridlines>
          <c:spPr>
            <a:ln w="6350" cap="flat">
              <a:solidFill>
                <a:srgbClr val="24302A"/>
              </a:solidFill>
              <a:prstDash val="solid"/>
              <a:round/>
            </a:ln>
          </c:spPr>
        </c:majorGridlines>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max val="100"/>
        </c:scaling>
        <c:delete val="0"/>
        <c:axPos val="b"/>
        <c:majorGridlines>
          <c:spPr>
            <a:ln w="6350" cap="flat">
              <a:solidFill>
                <a:srgbClr val="24302A"/>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percent</c:v>
                </c:pt>
              </c:strCache>
            </c:strRef>
          </c:tx>
          <c:spPr>
            <a:solidFill>
              <a:srgbClr val="6F9680"/>
            </a:solidFill>
            <a:ln w="12700" cap="flat">
              <a:solidFill>
                <a:srgbClr val="FFFFFF"/>
              </a:solidFill>
              <a:prstDash val="solid"/>
              <a:round/>
            </a:ln>
            <a:effectLst/>
          </c:spPr>
          <c:invertIfNegative val="0"/>
          <c:dLbls>
            <c:numFmt formatCode="0.0&quot;%&quot;" sourceLinked="0"/>
            <c:txPr>
              <a:bodyPr/>
              <a:lstStyle/>
              <a:p>
                <a:pPr>
                  <a:defRPr b="0" i="0" strike="noStrike" sz="1000" u="none">
                    <a:solidFill>
                      <a:srgbClr val="24302A"/>
                    </a:solidFill>
                    <a:latin typeface="Arial"/>
                  </a:defRPr>
                </a:pPr>
              </a:p>
            </c:txPr>
            <c:showLegendKey val="0"/>
            <c:showVal val="1"/>
            <c:showCatName val="0"/>
            <c:showSerName val="0"/>
            <c:showPercent val="0"/>
            <c:showBubbleSize val="0"/>
            <c:showLeaderLines val="0"/>
          </c:dLbls>
          <c:cat>
            <c:strRef>
              <c:f>Sheet1!$A$2:$A$9</c:f>
              <c:strCache>
                <c:ptCount val="8"/>
                <c:pt idx="0">
                  <c:v>0 day(s)</c:v>
                </c:pt>
                <c:pt idx="1">
                  <c:v>1 day(s)</c:v>
                </c:pt>
                <c:pt idx="2">
                  <c:v>2 day(s)</c:v>
                </c:pt>
                <c:pt idx="3">
                  <c:v>3 day(s)</c:v>
                </c:pt>
                <c:pt idx="4">
                  <c:v>4 day(s)</c:v>
                </c:pt>
                <c:pt idx="5">
                  <c:v>5 day(s)</c:v>
                </c:pt>
                <c:pt idx="6">
                  <c:v>6 day(s)</c:v>
                </c:pt>
                <c:pt idx="7">
                  <c:v>7 day(s)</c:v>
                </c:pt>
              </c:strCache>
            </c:strRef>
          </c:cat>
          <c:val>
            <c:numRef>
              <c:f>Sheet1!$B$2:$B$9</c:f>
              <c:numCache>
                <c:formatCode>General</c:formatCode>
                <c:ptCount val="8"/>
                <c:pt idx="0">
                  <c:v>0.40212268037839094</c:v>
                </c:pt>
                <c:pt idx="1">
                  <c:v>3.058769240911039</c:v>
                </c:pt>
                <c:pt idx="2">
                  <c:v>8.40667128118923</c:v>
                </c:pt>
                <c:pt idx="3">
                  <c:v>20.49012821780547</c:v>
                </c:pt>
                <c:pt idx="4">
                  <c:v>26.15775074985992</c:v>
                </c:pt>
                <c:pt idx="5">
                  <c:v>24.306997593856096</c:v>
                </c:pt>
                <c:pt idx="6">
                  <c:v>13.71666831471044</c:v>
                </c:pt>
                <c:pt idx="7">
                  <c:v>3.4608919212894302</c:v>
                </c:pt>
              </c:numCache>
            </c:numRef>
          </c:val>
        </c:ser>
        <c:dLbls>
          <c:numFmt formatCode="0.0&quot;%&quot;" sourceLinked="0"/>
          <c:txPr>
            <a:bodyPr/>
            <a:lstStyle/>
            <a:p>
              <a:pPr>
                <a:defRPr b="0" i="0" strike="noStrike" sz="1000" u="none">
                  <a:solidFill>
                    <a:srgbClr val="24302A"/>
                  </a:solidFill>
                  <a:latin typeface="Arial"/>
                </a:defRPr>
              </a:pPr>
            </a:p>
          </c:txPr>
          <c:showLegendKey val="0"/>
          <c:showVal val="1"/>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l"/>
        <c:majorGridlines>
          <c:spPr>
            <a:ln w="6350" cap="flat">
              <a:solidFill>
                <a:srgbClr val="24302A"/>
              </a:solidFill>
              <a:prstDash val="solid"/>
              <a:round/>
            </a:ln>
          </c:spPr>
        </c:majorGridlines>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max val="100"/>
        </c:scaling>
        <c:delete val="0"/>
        <c:axPos val="b"/>
        <c:majorGridlines>
          <c:spPr>
            <a:ln w="6350" cap="flat">
              <a:solidFill>
                <a:srgbClr val="24302A"/>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"study_id": "SBT-006",
  "source_sha256": "591dbccf2eff795fcb65c11c130f8dc13ba510e2a4856e9310a8d22b9469ca9e",
  "analysis_sha256": "5868f797b0c24d378da705e3b9d1d94e6873bf9285d69d47f9d0c5e79a9bb50e",
  "approved_at": "2026-09-22T06:32:30.216Z",
  "universe": "Separate valid-case and conservative all-assigned scenarios; not revenue forecast",
  "review_record": {
    "findings": {
      "F1": {
        "decision": "accept",
        "text": "Prioritise £7 and £10 for real-behaviour testing, retaining both rather than selecting a winner. Their valid-case gross price-times-stated-interest proxies are £3.63 and £3.36 per hypothetical household-month, versus £2.67 at £4 and £2.58 at £13. The £7-minus-£10 difference is £0.270 (95% CI −£0.189 to £0.728; Holm p=0.498). Both middle prices exceed both endpoints on this proxy after adjustment: £7 versus £4 p=7.47e−9, £7 versus £13 p=0.000097, £10 versus £4 p=0.00264, and £10 versus £13 p=0.0139. [software QA edit]",
        "reason": "Software QA: verify original wording survives a revision. No human assessment.",
        "importance": "primary"
      },
      "F2": {
        "decision": "accept",
        "text": "The middle-price decision trades substantially more stated interest at £7 against a higher price at £10. Positive intent is 66.84%, 51.90%, 33.63% and 19.82% at £4/£7/£10/£13. The £7-minus-£10 contrast is 18.27 percentage points (95% CI 12.90–23.63; Holm p=7.34e−11); all six valid-case price contrasts survive Holm adjustment. The full distributions reinforce the pattern: percentages in categories [definitely not, probably not, might or might not, probably would, definitely would] are £4 [10.98,10.44,11.74,23.96,42.88], £7 [18.97,17.10,12.04,26.88,25.02], £10 [33.44,19.48,13.46,17.25,16.38] and £13 [55.81,18.22,6.15,12.73,7.08]. Bottom-two shares are respectively 21.42%, 36.07%, 52.91% and 74.03%.",
        "reason": "",
        "importance": "primary"
      },
      "F3": {
        "decision": "accept",
        "text": "Assumed costs change the contribution point leader, without establishing superiority between £7 and £10. At costs of £0.50, £2 and £3 per proxy-positive subscriber-month, valid-case contribution proxies in price order £4/£7/£10/£13 are [£2.339,£3.373,£3.195,£2.477], [£1.337,£2.595,£2.690,£2.180] and [£0.668,£2.076,£2.354,£1.982]. Thus £7 leads at £0.50 cost and £10 at £2 and £3. The corresponding £7-minus-£10 differences are £0.178 (95% CI −£0.254 to £0.611; Holm p=1.000), −£0.096 (−£0.449 to £0.258; p=1.000) and −£0.278 (−£0.580 to £0.023; p=0.418). Both middle prices exceed £4 in all three scenarios after adjustment. Neither exceeds £13 after adjustment at the £2 or £3 costs; at £0.50, £7 exceeds £13 (p=0.00140), while £10 does not (p=0.0623).",
        "reason": "",
        "importance": "primary"
      },
      "F4": {
        "decision": "accept",
        "text": "Missing responses materially qualify the financial ranking, although the recorded-interest gradient persists. Weighted nonvalid intent shares increase across £4/£7/£10/£13: 5.58%, 8.99%, 12.35%, 15.46%. Conservatively scoring every nonvalid response as zero gives recorded-positive yields of 63.11%, 47.23%, 29.48%, 16.75%; all six P2 contrasts remain significant after Holm adjustment. For £7 versus £10 the difference is 17.76 points (95% CI 12.79–22.72; p=7.33e−12). At the £2 cost, all-assigned contribution proxies are almost identical at £7 and £10: £2.362 (95% CI £2.177–£2.546) versus £2.358 (£2.092–£2.624), reversing the small valid-case numerical lead. Logical completion ranges for positive intent are [63.11%,68.69%], [47.23%,56.22%], [29.48%,41.83%], [16.75%,32.22%].",
        "reason": "",
        "importance": "primary"
      },
      "F5": {
        "decision": "accept",
        "text": "Include time-pressed families as a prespecified audience in the behavioural test. At £7, positive intent is 62.74% among households with children and high baseline weekday meal pressure versus 47.10% among other classified households: +15.64 points (95% CI 8.01–23.27; Holm p=0.0000584; valid n=267 versus 409). At £10 the figures are 46.23% versus 28.26%: +17.97 points (10.36–25.58; p=0.00000735; n=257 versus 390). This audience constitutes 31.02% of the weighted classified baseline sample, with 2,970 classified and 30 unknown.",
        "reason": "",
        "importance": "secondary"
      },
      "F6": {
        "decision": "accept",
        "text": "Test whether the service earns its price through useful planning support; the diagnostics suggest questions to investigate, not proven conversion mechanisms. Good/very good value falls from 63.21% at £7 to 42.97% at £10 (valid/eligible n=695/720 and 684/709), while easy/very easy affordability falls from 67.15% to 38.21% (699/720 and 690/709). Among routed nonpositive-intent respondents, monthly price is the main reason for 26.84% at £7 and 38.71% at £10 (305/314 and 408/421). At £7, free alternatives account for 23.05% and setup/ongoing effort for 19.13%, so a lower price alone does not address all reported barriers.",
        "reason": "",
        "importance": "secondary"
      },
      "F7": {
        "decision": "accept",
        "text": "The next study must measure payment and subsequent use directly; hypothetical use cannot validate the price proxies. Respondents eligible for the imagined-use question report means of 4.22 days per week at £7 and 4.02 at £10, but valid/eligible bases are only 415/449 and 302/326 because routing admits intent categories 3–5. Nor can the exploratory older, comfortable, paid-planning niche justify a premium-price recommendation: its price-specific valid bases are 20, 15, 20 and 16, all suppressed.",
        "reason": "",
        "importance": "context"
      }
    },
    "beats": {
      "1": {
        "include": true,
        "title": "Advance £7 and £10 as competing behavioural-test candidates",
        "order": 1
      },
      "2": {
        "include": true,
        "title": "Explain the interest sacrificed as price rises",
        "order": 2
      },
      "3": {
        "include": true,
        "title": "Show why assumed costs and missing responses prevent a single-price conclusion",
        "order": 3
      },
      "4": {
        "include": true,
        "title": "Focus test recruitment and investigation on audience interest and perceived value",
        "order": 4
      },
      "5": {
        "include": true,
        "title": "Require observed payment and repeat use before making a market decision",
        "order": 5
      }
    },
    "missed": "",
    "minutes": "",
    "notes": "SOFTWARE QA ONLY. Acceptance here tests export mechanics and is not substantive researcher approval.",
    "approved": true,
    "started_at": "2026-09-22T06:32:30.027Z",
    "approved_at": "2026-09-22T06:32:30.216Z"
  },
  "preparation_review": {
    "baseline": "SOFTWARE QA ONLY: check the preparation/review/export loop. This is not an independent researcher assessment.",
    "prepared": true,
    "revisedEvidence": null,
    "revision": 0
  },
  "qualifications": "Valid intent bases at £4/£7/£10/£13 are 704/682/655/633. These mechanical proxies assume every positive stated response becomes one subscriber-month; they are neither revenue forecasts nor evidence of an actual optimum. Nonsignificance does not establish equivalence.",
  "chart_table": "tables.gross_proxy",
  "original_beat": {
    "order": 1,
    "finding_refs": [
      "F1"
    ],
    "headline_intent": "Advance £7 and £10 as competing behavioural-test candidates",
    "analytical_relationship": "Recommendation based on adjusted gross-proxy comparisons, with no established winner between the middle prices.",
    "original_order": 1,
    "original_headline_intent": "Advance £7 and £10 as competing behavioural-test candidates"
  },
  "findings": [
    {
      "model_finding_id": "F1",
      "proposition": "Prioritise £7 and £10 for real-behaviour testing, retaining both rather than selecting a winner. Their valid-case gross price-times-stated-interest proxies are £3.63 and £3.36 per hypothetical household-month, versus £2.67 at £4 and £2.58 at £13. The £7-minus-£10 difference is £0.270 (95% CI −£0.189 to £0.728; Holm p=0.498). Both middle prices exceed both endpoints on this proxy after adjustment: £7 versus £4 p=7.47e−9, £7 versus £13 p=0.000097, £10 versus £4 p=0.00264, and £10 versus £13 p=0.0139. [software QA edit]",
      "evidence_refs": [
        "analysis_results.json#/tables/gross_proxy/values/valid_case",
        "analysis_results.json#/tables/P3_GROSS_PROXY/values"
      ],
      "importance": "primary",
      "claim_strength": "Evidence-informed testing recommendation; adjusted evidence against endpoint gross proxies, unresolved middle-price comparison.",
      "qualification": "Valid intent bases at £4/£7/£10/£13 are 704/682/655/633. These mechanical proxies assume every positive stated response becomes one subscriber-month; they are neither revenue forecasts nor evidence of an actual optimum. Nonsignificance does not establish equivalence.",
      "topic_cluster": "price_testing_priority",
      "original_proposition": "Prioritise £7 and £10 for real-behaviour testing, retaining both rather than selecting a winner. Their valid-case gross price-times-stated-interest proxies are £3.63 and £3.36 per hypothetical household-month, versus £2.67 at £4 and £2.58 at £13. The £7-minus-£10 difference is £0.270 (95% CI −£0.189 to £0.728; Holm p=0.498). Both middle prices exceed both endpoints on this proxy after adjustment: £7 versus £4 p=7.47e−9, £7 versus £13 p=0.000097, £10 versus £4 p=0.00264, and £10 versus £13 p=0.0139.",
      "original_importance": "primary",
      "review": {
        "decision": "accept",
        "text": "Prioritise £7 and £10 for real-behaviour testing, retaining both rather than selecting a winner. Their valid-case gross price-times-stated-interest proxies are £3.63 and £3.36 per hypothetical household-month, versus £2.67 at £4 and £2.58 at £13. The £7-minus-£10 difference is £0.270 (95% CI −£0.189 to £0.728; Holm p=0.498). Both middle prices exceed both endpoints on this proxy after adjustment: £7 versus £4 p=7.47e−9, £7 versus £13 p=0.000097, £10 versus £4 p=0.00264, and £10 versus £13 p=0.0139. [software QA edit]",
        "reason": "Software QA: verify original wording survives a revision. No human assessment.",
        "importance": "primary"
      },
      "evidence": [
        {
          "analysis_id": "analysis_results.json#/tables/gross_proxy/values/valid_case",
          "values": {
            "4": {
              "price_gbp": 4,
              "assumed_variable_cost_gbp": 0,
              "estimate_gbp": 2.6734333344040087,
              "variance": 0.005605798923668328,
              "se_gbp": 0.07487188339869866,
              "ci95_gbp": [
                2.5266871394878767,
                2.8201795293201406
              ],
              "n_unweighted": 704,
              "n_weighted": 705.8463445232088,
              "n_eff": 655.4087542574765,
              "unit": "GBP per hypothetical household-month; scenario proxy, not observed economics"
            },
            "7": {
              "price_gbp": 7,
              "assumed_variable_cost_gbp": 0,
              "estimate_gbp": 3.6327156423107367,
              "variance": 0.01933413284837161,
              "se_gbp": 0.1390472324369371,
              "ci95_gbp": [
                3.3601880745843706,
                3.905243210037103
              ],
              "n_unweighted": 682,
              "n_weighted": 687.595411193906,
              "n_eff": 635.8684886201646,
              "unit": "GBP per hypothetical household-month; scenario proxy, not observed economics"
            },
            "10": {
              "price_gbp": 10,
              "assumed_variable_cost_gbp": 0,
              "estimate_gbp": 3.362941969377527,
              "variance": 0.03539524995077391,
              "se_gbp": 0.1881362536853913,
              "ci95_gbp": [
                2.994201687967869,
                3.731682250787185
              ],
              "n_unweighted": 655,
              "n_weighted": 655.9680174120708,
              "n_eff": 610.9377325814341,
              "unit": "GBP per hypothetical household-month; scenario proxy, not observed economics"
            },
            "13": {
              "price_gbp": 13,
              "assumed_variable_cost_gbp": 0,
              "estimate_gbp": 2.5763373822064572,
              "variance": 0.041819267858206555,
              "se_gbp": 0.2044975986612228,
              "ci95_gbp": [
                2.175529453905534,
                2.9771453105073804
              ],
              "n_unweighted": 633,
              "n_weighted": 632.7519233385228,
              "n_eff": 590.0649455132209,
              "unit": "GBP per hypothetical household-month; scenario proxy, not observed economics"
            }
          }
        },
        {
          "analysis_id": "analysis_results.json#/tables/P3_GROSS_PROXY/values",
          "values": {
            "4_minus_7": {
              "status": "reportable",
              "estimate": -0.9592823079067281,
              "se": 0.15792381635472194,
              "ci95": [
                -1.2688073002631006,
                -0.6497573155503555
              ],
              "p_raw": 1.2450187386439562e-9,
              "group_a_base": {
                "n_unweighted": 704,
                "n_weighted": 705.8463445232088,
                "n_eff": 655.4087542574765
              },
              "group_b_base": {
                "n_unweighted": 682,
                "n_weighted": 687.595411193906,
                "n_eff": 635.8684886201646
              },
              "price_a": 4,
              "price_b": 7,
              "unit": "GBP_proxy",
              "assumed_cost_gbp": 0,
              "p_holm": 7.470112431863738e-9,
              "family": "P3_GROSS_PROXY",
              "family_size": 6
            },
            "4_minus_10": {
              "status": "reportable",
              "estimate": -0.6895086349735182,
              "se": 0.2024871573074259,
              "ci95": [
                -1.0863761706279693,
                -0.29264109931906707
              ],
              "p_raw": 0.000661163699747223,
              "group_a_base": {
                "n_unweighted": 704,
                "n_weighted": 705.8463445232088,
                "n_eff": 655.4087542574765
              },
              "group_b_base": {
                "n_unweighted": 655,
                "n_weighted": 655.9680174120708,
                "n_eff": 610.9377325814341
              },
              "price_a": 4,
              "price_b": 10,
              "unit": "GBP_proxy",
              "assumed_cost_gbp": 0,
              "p_holm": 0.002644654798988892,
              "family": "P3_GROSS_PROXY",
              "family_size": 6
            },
            "4_minus_13": {
              "status": "reportable",
              "estimate": 0.0970959521975514,
              "se": 0.21777297073299728,
              "ci95": [
                -0.32973122724541853,
                0.5239231316405213
              ],
              "p_raw": 0.6556993878857365,
              "group_a_base": {
                "n_unweighted": 704,
                "n_weighted": 705.8463445232088,
                "n_eff": 655.4087542574765
              },
              "group_b_base": {
                "n_unweighted": 633,
                "n_weighted": 632.7519233385228,
                "n_eff": 590.0649455132209
              },
              "price_a": 4,
              "price_b": 13,
              "unit": "GBP_proxy",
              "assumed_cost_gbp": 0,
              "p_holm": 0.6556993878857365,
              "family": "P3_GROSS_PROXY",
              "family_size": 6
            },
            "7_minus_10": {
              "status": "reportable",
              "estimate": 0.26977367293320986,
              "se": 0.2339431187257824,
              "ci95": [
                -0.18874641420030158,
                0.7282937600667213
              ],
              "p_raw": 0.24884502318544777,
              "group_a_base": {
                "n_unweighted": 682,
                "n_weighted": 687.595411193906,
                "n_eff": 635.8684886201646
              },
              "group_b_base": {
                "n_unweighted": 655,
                "n_weighted": 655.9680174120708,
                "n_eff": 610.9377325814341
              },
              "price_a": 7,
              "price_b": 10,
              "unit": "GBP_proxy",
              "assumed_cost_gbp": 0,
              "p_holm": 0.49769004637089553,
              "family": "P3_GROSS_PROXY",
              "family_size": 6
            },
            "7_minus_13": {
              "status": "reportable",
              "estimate": 1.0563782601042795,
              "se": 0.24729213636219444,
              "ci95": [
                0.5716945791744105,
                1.5410619410341484
              ],
              "p_raw": 0.00001939165267109416,
              "group_a_base": {
                "n_unweighted": 682,
                "n_weighted": 687.595411193906,
                "n_eff": 635.8684886201646
              },
              "group_b_base": {
                "n_unweighted": 633,
                "n_weighted": 632.7519233385228,
                "n_eff": 590.0649455132209
              },
              "price_a": 7,
              "price_b": 13,
              "unit": "GBP_proxy",
              "assumed_cost_gbp": 0,
              "p_holm": 0.0000969582633554708,
              "family": "P3_GROSS_PROXY",
              "family_size": 6
            },
            "10_minus_13": {
              "status": "reportable",
              "estimate": 0.7866045871710696,
              "se": 0.27787500392978937,
              "ci95": [
                0.24197958726475643,
                1.3312295870773827
              ],
              "p_raw": 0.00464338207767379,
              "group_a_base": {
                "n_unweighted": 655,
                "n_weighted": 655.9680174120708,
                "n_eff": 610.9377325814341
              },
              "group_b_base": {
                "n_unweighted": 633,
                "n_weighted": 632.7519233385228,
                "n_eff": 590.0649455132209
              },
              "price_a": 10,
              "price_b": 13,
              "unit": "GBP_proxy",
              "assumed_cost_gbp": 0,
              "p_holm": 0.01393014623302137,
              "family": "P3_GROSS_PROXY",
              "family_size": 6
            }
          }
        }
      ]
    }
  ],
  "cited_tables": [
    {
      "analysis_id": "analysis_results.json#/tables/gross_proxy/values/valid_case",
      "values": {
        "4": {
          "price_gbp": 4,
          "assumed_variable_cost_gbp": 0,
          "estimate_gbp": 2.6734333344040087,
          "variance": 0.005605798923668328,
          "se_gbp": 0.07487188339869866,
          "ci95_gbp": [
            2.5266871394878767,
            2.8201795293201406
          ],
          "n_unweighted": 704,
          "n_weighted": 705.8463445232088,
          "n_eff": 655.4087542574765,
          "unit": "GBP per hypothetical household-month; scenario proxy, not observed economics"
        },
        "7": {
          "price_gbp": 7,
          "assumed_variable_cost_gbp": 0,
          "estimate_gbp": 3.6327156423107367,
          "variance": 0.01933413284837161,
          "se_gbp": 0.1390472324369371,
          "ci95_gbp": [
            3.3601880745843706,
            3.905243210037103
          ],
          "n_unweighted": 682,
          "n_weighted": 687.595411193906,
          "n_eff": 635.8684886201646,
          "unit": "GBP per hypothetical household-month; scenario proxy, not observed economics"
        },
        "10": {
          "price_gbp": 10,
          "assumed_variable_cost_gbp": 0,
          "estimate_gbp": 3.362941969377527,
          "variance": 0.03539524995077391,
          "se_gbp": 0.1881362536853913,
          "ci95_gbp": [
            2.994201687967869,
            3.731682250787185
          ],
          "n_unweighted": 655,
          "n_weighted": 655.9680174120708,
          "n_eff": 610.9377325814341,
          "unit": "GBP per hypothetical household-month; scenario proxy, not observed economics"
        },
        "13": {
          "price_gbp": 13,
          "assumed_variable_cost_gbp": 0,
          "estimate_gbp": 2.5763373822064572,
          "variance": 0.041819267858206555,
          "se_gbp": 0.2044975986612228,
          "ci95_gbp": [
            2.175529453905534,
            2.9771453105073804
          ],
          "n_unweighted": 633,
          "n_weighted": 632.7519233385228,
          "n_eff": 590.0649455132209,
          "unit": "GBP per hypothetical household-month; scenario proxy, not observed economics"
        }
      }
    },
    {
      "analysis_id": "analysis_results.json#/tables/P3_GROSS_PROXY/values",
      "values": {
        "4_minus_7": {
          "status": "reportable",
          "estimate": -0.9592823079067281,
          "se": 0.15792381635472194,
          "ci95": [
            -1.2688073002631006,
            -0.6497573155503555
          ],
          "p_raw": 1.2450187386439562e-9,
          "group_a_base": {
            "n_unweighted": 704,
            "n_weighted": 705.8463445232088,
            "n_eff": 655.4087542574765
          },
          "group_b_base": {
            "n_unweighted": 682,
            "n_weighted": 687.595411193906,
            "n_eff": 635.8684886201646
          },
          "price_a": 4,
          "price_b": 7,
          "unit": "GBP_proxy",
          "assumed_cost_gbp": 0,
          "p_holm": 7.470112431863738e-9,
          "family": "P3_GROSS_PROXY",
          "family_size": 6
        },
        "4_minus_10": {
          "status": "reportable",
          "estimate": -0.6895086349735182,
          "se": 0.2024871573074259,
          "ci95": [
            -1.0863761706279693,
            -0.29264109931906707
          ],
          "p_raw": 0.000661163699747223,
          "group_a_base": {
            "n_unweighted": 704,
            "n_weighted": 705.8463445232088,
            "n_eff": 655.4087542574765
          },
          "group_b_base": {
            "n_unweighted": 655,
            "n_weighted": 655.9680174120708,
            "n_eff": 610.9377325814341
          },
          "price_a": 4,
          "price_b": 10,
          "unit": "GBP_proxy",
          "assumed_cost_gbp": 0,
          "p_holm": 0.002644654798988892,
          "family": "P3_GROSS_PROXY",
          "family_size": 6
        },
        "4_minus_13": {
          "status": "reportable",
          "estimate": 0.0970959521975514,
          "se": 0.21777297073299728,
          "ci95": [
            -0.32973122724541853,
            0.5239231316405213
          ],
          "p_raw": 0.6556993878857365,
          "group_a_base": {
            "n_unweighted": 704,
            "n_weighted": 705.8463445232088,
            "n_eff": 655.4087542574765
          },
          "group_b_base": {
            "n_unweighted": 633,
            "n_weighted": 632.7519233385228,
            "n_eff": 590.0649455132209
          },
          "price_a": 4,
          "price_b": 13,
          "unit": "GBP_proxy",
          "assumed_cost_gbp": 0,
          "p_holm": 0.6556993878857365,
          "family": "P3_GROSS_PROXY",
          "family_size": 6
        },
        "7_minus_10": {
          "status": "reportable",
          "estimate": 0.26977367293320986,
          "se": 0.2339431187257824,
          "ci95": [
            -0.18874641420030158,
            0.7282937600667213
          ],
          "p_raw": 0.24884502318544777,
          "group_a_base": {
            "n_unweighted": 682,
            "n_weighted": 687.595411193906,
            "n_eff": 635.8684886201646
          },
          "group_b_base": {
            "n_unweighted": 655,
            "n_weighted": 655.9680174120708,
            "n_eff": 610.9377325814341
          },
          "price_a": 7,
          "price_b": 10,
          "unit": "GBP_proxy",
          "assumed_cost_gbp": 0,
          "p_holm": 0.49769004637089553,
          "family": "P3_GROSS_PROXY",
          "family_size": 6
        },
        "7_minus_13": {
          "status": "reportable",
          "estimate": 1.0563782601042795,
          "se": 0.24729213636219444,
          "ci95": [
            0.5716945791744105,
            1.5410619410341484
          ],
          "p_raw": 0.00001939165267109416,
          "group_a_base": {
            "n_unweighted": 682,
            "n_weighted": 687.595411193906,
            "n_eff": 635.8684886201646
          },
          "group_b_base": {
            "n_unweighted": 633,
            "n_weighted": 632.7519233385228,
            "n_eff": 590.0649455132209
          },
          "price_a": 7,
          "price_b": 13,
          "unit": "GBP_proxy",
          "assumed_cost_gbp": 0,
          "p_holm": 0.0000969582633554708,
          "family": "P3_GROSS_PROXY",
          "family_size": 6
        },
        "10_minus_13": {
          "status": "reportable",
          "estimate": 0.7866045871710696,
          "se": 0.27787500392978937,
          "ci95": [
            0.24197958726475643,
            1.3312295870773827
          ],
          "p_raw": 0.00464338207767379,
          "group_a_base": {
            "n_unweighted": 655,
            "n_weighted": 655.9680174120708,
            "n_eff": 610.9377325814341
          },
          "group_b_base": {
            "n_unweighted": 633,
            "n_weighted": 632.7519233385228,
            "n_eff": 590.0649455132209
          },
          "price_a": 10,
          "price_b": 13,
          "unit": "GBP_proxy",
          "assumed_cost_gbp": 0,
          "p_holm": 0.01393014623302137,
          "family": "P3_GROSS_PROXY",
          "family_size": 6
        }
      }
    }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"study_id": "SBT-006",
  "source_sha256": "591dbccf2eff795fcb65c11c130f8dc13ba510e2a4856e9310a8d22b9469ca9e",
  "analysis_sha256": "5868f797b0c24d378da705e3b9d1d94e6873bf9285d69d47f9d0c5e79a9bb50e",
  "approved_at": "2026-09-22T06:32:30.216Z",
  "universe": "One randomly assigned price per household; valid-case and all-assigned denominators explicitly separate",
  "review_record": {
    "findings": {
      "F1": {
        "decision": "accept",
        "text": "Prioritise £7 and £10 for real-behaviour testing, retaining both rather than selecting a winner. Their valid-case gross price-times-stated-interest proxies are £3.63 and £3.36 per hypothetical household-month, versus £2.67 at £4 and £2.58 at £13. The £7-minus-£10 difference is £0.270 (95% CI −£0.189 to £0.728; Holm p=0.498). Both middle prices exceed both endpoints on this proxy after adjustment: £7 versus £4 p=7.47e−9, £7 versus £13 p=0.000097, £10 versus £4 p=0.00264, and £10 versus £13 p=0.0139. [software QA edit]",
        "reason": "Software QA: verify original wording survives a revision. No human assessment.",
        "importance": "primary"
      },
      "F2": {
        "decision": "accept",
        "text": "The middle-price decision trades substantially more stated interest at £7 against a higher price at £10. Positive intent is 66.84%, 51.90%, 33.63% and 19.82% at £4/£7/£10/£13. The £7-minus-£10 contrast is 18.27 percentage points (95% CI 12.90–23.63; Holm p=7.34e−11); all six valid-case price contrasts survive Holm adjustment. The full distributions reinforce the pattern: percentages in categories [definitely not, probably not, might or might not, probably would, definitely would] are £4 [10.98,10.44,11.74,23.96,42.88], £7 [18.97,17.10,12.04,26.88,25.02], £10 [33.44,19.48,13.46,17.25,16.38] and £13 [55.81,18.22,6.15,12.73,7.08]. Bottom-two shares are respectively 21.42%, 36.07%, 52.91% and 74.03%.",
        "reason": "",
        "importance": "primary"
      },
      "F3": {
        "decision": "accept",
        "text": "Assumed costs change the contribution point leader, without establishing superiority between £7 and £10. At costs of £0.50, £2 and £3 per proxy-positive subscriber-month, valid-case contribution proxies in price order £4/£7/£10/£13 are [£2.339,£3.373,£3.195,£2.477], [£1.337,£2.595,£2.690,£2.180] and [£0.668,£2.076,£2.354,£1.982]. Thus £7 leads at £0.50 cost and £10 at £2 and £3. The corresponding £7-minus-£10 differences are £0.178 (95% CI −£0.254 to £0.611; Holm p=1.000), −£0.096 (−£0.449 to £0.258; p=1.000) and −£0.278 (−£0.580 to £0.023; p=0.418). Both middle prices exceed £4 in all three scenarios after adjustment. Neither exceeds £13 after adjustment at the £2 or £3 costs; at £0.50, £7 exceeds £13 (p=0.00140), while £10 does not (p=0.0623).",
        "reason": "",
        "importance": "primary"
      },
      "F4": {
        "decision": "accept",
        "text": "Missing responses materially qualify the financial ranking, although the recorded-interest gradient persists. Weighted nonvalid intent shares increase across £4/£7/£10/£13: 5.58%, 8.99%, 12.35%, 15.46%. Conservatively scoring every nonvalid response as zero gives recorded-positive yields of 63.11%, 47.23%, 29.48%, 16.75%; all six P2 contrasts remain significant after Holm adjustment. For £7 versus £10 the difference is 17.76 points (95% CI 12.79–22.72; p=7.33e−12). At the £2 cost, all-assigned contribution proxies are almost identical at £7 and £10: £2.362 (95% CI £2.177–£2.546) versus £2.358 (£2.092–£2.624), reversing the small valid-case numerical lead. Logical completion ranges for positive intent are [63.11%,68.69%], [47.23%,56.22%], [29.48%,41.83%], [16.75%,32.22%].",
        "reason": "",
        "importance": "primary"
      },
      "F5": {
        "decision": "accept",
        "text": "Include time-pressed families as a prespecified audience in the behavioural test. At £7, positive intent is 62.74% among households with children and high baseline weekday meal pressure versus 47.10% among other classified households: +15.64 points (95% CI 8.01–23.27; Holm p=0.0000584; valid n=267 versus 409). At £10 the figures are 46.23% versus 28.26%: +17.97 points (10.36–25.58; p=0.00000735; n=257 versus 390). This audience constitutes 31.02% of the weighted classified baseline sample, with 2,970 classified and 30 unknown.",
        "reason": "",
        "importance": "secondary"
      },
      "F6": {
        "decision": "accept",
        "text": "Test whether the service earns its price through useful planning support; the diagnostics suggest questions to investigate, not proven conversion mechanisms. Good/very good value falls from 63.21% at £7 to 42.97% at £10 (valid/eligible n=695/720 and 684/709), while easy/very easy affordability falls from 67.15% to 38.21% (699/720 and 690/709). Among routed nonpositive-intent respondents, monthly price is the main reason for 26.84% at £7 and 38.71% at £10 (305/314 and 408/421). At £7, free alternatives account for 23.05% and setup/ongoing effort for 19.13%, so a lower price alone does not address all reported barriers.",
        "reason": "",
        "importance": "secondary"
      },
      "F7": {
        "decision": "accept",
        "text": "The next study must measure payment and subsequent use directly; hypothetical use cannot validate the price proxies. Respondents eligible for the imagined-use question report means of 4.22 days per week at £7 and 4.02 at £10, but valid/eligible bases are only 415/449 and 302/326 because routing admits intent categories 3–5. Nor can the exploratory older, comfortable, paid-planning niche justify a premium-price recommendation: its price-specific valid bases are 20, 15, 20 and 16, all suppressed.",
        "reason": "",
        "importance": "context"
      }
    },
    "beats": {
      "1": {
        "include": true,
        "title": "Advance £7 and £10 as competing behavioural-test candidates",
        "order": 1
      },
      "2": {
        "include": true,
        "title": "Explain the interest sacrificed as price rises",
        "order": 2
      },
      "3": {
        "include": true,
        "title": "Show why assumed costs and missing responses prevent a single-price conclusion",
        "order": 3
      },
      "4": {
        "include": true,
        "title": "Focus test recruitment and investigation on audience interest and perceived value",
        "order": 4
      },
      "5": {
        "include": true,
        "title": "Require observed payment and repeat use before making a market decision",
        "order": 5
      }
    },
    "missed": "",
    "minutes": "",
    "notes": "SOFTWARE QA ONLY. Acceptance here tests export mechanics and is not substantive researcher approval.",
    "approved": true,
    "started_at": "2026-09-22T06:32:30.027Z",
    "approved_at": "2026-09-22T06:32:30.216Z"
  },
  "preparation_review": {
    "baseline": "SOFTWARE QA ONLY: check the preparation/review/export loop. This is not an independent researcher assessment.",
    "prepared": true,
    "revisedEvidence": null,
    "revision": 0
  },
  "qualifications": "Bases are 704/682/655/633 valid responses from 750 assignments per price. £4 merits consideration if maximising stated interest is the test objective, but it has a lower gross proxy. Conditioning on post-assignment valid response prevents automatically interpreting these differences as full-sample causal effects or actual purchase effects.",
  "chart_table": "tables.intent_by_price",
  "original_beat": {
    "order": 2,
    "finding_refs": [
      "F2"
    ],
    "headline_intent": "Explain the interest sacrificed as price rises",
    "analytical_relationship": "Full ordinal distributions establish the substantive price trade-off behind the proxy ranking.",
    "original_order": 2,
    "original_headline_intent": "Explain the interest sacrificed as price rises"
  },
  "findings": [
    {
      "model_finding_id": "F2",
      "proposition": "The middle-price decision trades substantially more stated interest at £7 against a higher price at £10. Positive intent is 66.84%, 51.90%, 33.63% and 19.82% at £4/£7/£10/£13. The £7-minus-£10 contrast is 18.27 percentage points (95% CI 12.90–23.63; Holm p=7.34e−11); all six valid-case price contrasts survive Holm adjustment. The full distributions reinforce the pattern: percentages in categories [definitely not, probably not, might or might not, probably would, definitely would] are £4 [10.98,10.44,11.74,23.96,42.88], £7 [18.97,17.10,12.04,26.88,25.02], £10 [33.44,19.48,13.46,17.25,16.38] and £13 [55.81,18.22,6.15,12.73,7.08]. Bottom-two shares are respectively 21.42%, 36.07%, 52.91% and 74.03%.",
      "evidence_refs": [
        "analysis_results.json#/tables/intent_by_price/values",
        "analysis_results.json#/tables/intent_5/values/by_price",
        "analysis_results.json#/tables/P1_VALID_INTENT/values"
      ],
      "importance": "primary",
      "claim_strength": "Adjusted statistical evidence for differences in valid-case stated interest.",
      "qualification": "Bases are 704/682/655/633 valid responses from 750 assignments per price. £4 merits consideration if maximising stated interest is the test objective, but it has a lower gross proxy. Conditioning on post-assignment valid response prevents automatically interpreting these differences as full-sample causal effects or actual purchase effects.",
      "topic_cluster": "interest_price_tradeoff",
      "original_proposition": "The middle-price decision trades substantially more stated interest at £7 against a higher price at £10. Positive intent is 66.84%, 51.90%, 33.63% and 19.82% at £4/£7/£10/£13. The £7-minus-£10 contrast is 18.27 percentage points (95% CI 12.90–23.63; Holm p=7.34e−11); all six valid-case price contrasts survive Holm adjustment. The full distributions reinforce the pattern: percentages in categories [definitely not, probably not, might or might not, probably would, definitely would] are £4 [10.98,10.44,11.74,23.96,42.88], £7 [18.97,17.10,12.04,26.88,25.02], £10 [33.44,19.48,13.46,17.25,16.38] and £13 [55.81,18.22,6.15,12.73,7.08]. Bottom-two shares are respectively 21.42%, 36.07%, 52.91% and 74.03%.",
      "original_importance": "primary",
      "review": {
        "decision": "accept",
        "text": "The middle-price decision trades substantially more stated interest at £7 against a higher price at £10. Positive intent is 66.84%, 51.90%, 33.63% and 19.82% at £4/£7/£10/£13. The £7-minus-£10 contrast is 18.27 percentage points (95% CI 12.90–23.63; Holm p=7.34e−11); all six valid-case price contrasts survive Holm adjustment. The full distributions reinforce the pattern: percentages in categories [definitely not, probably not, might or might not, probably would, definitely would] are £4 [10.98,10.44,11.74,23.96,42.88], £7 [18.97,17.10,12.04,26.88,25.02], £10 [33.44,19.48,13.46,17.25,16.38] and £13 [55.81,18.22,6.15,12.73,7.08]. Bottom-two shares are respectively 21.42%, 36.07%, 52.91% and 74.03%.",
        "reason": "",
        "importance": "primary"
      },
      "evidence": [
        {
          "analysis_id": "analysis_results.json#/tables/intent_by_price/values",
          "values": {
            "4": {
              "valid_case": {
                "n_unweighted": 704,
                "n_weighted": 705.8463445232088,
                "n_eff": 655.4087542574765,
                "eligible_n": 750,
                "eligible_weighted_n": 747.562763561615,
                "eligible_n_eff": 698.1689620695034,
                "observed_valid_base": {
                  "n_unweighted": 704,
                  "n_weighted": 705.8463445232088,
                  "n_eff": 655.4087542574765
                },
                "module_eligible_base": {
                  "n_unweighted": 733,
                  "n_weighted": 733.256752467466,
                  "n_eff": 682.4545830587651
                },
                "missing_counts": {
                  "97": 19,
                  "98": 7,
                  "99": 3,
                  "structural_blank": 17
                },
                "nonvalid_weighted_share": 0.055803232948169704,
                "status": "reportable",
                "estimand": "valid_case_stated_intent",
                "mean": 0.6683583336010022,
                "pct": 66.83583336010021,
                "variance": 0.0003503624327292705,
                "se": 0.018717970849674664,
                "ci95_pct": [
                  63.16717848719692,
                  70.50448823300351
                ],
                "distribution_pct": {
                  "1": 10.981916294607009,
                  "2": 10.4390839302348,
                  "3": 11.743166415057978,
                  "4": 23.95528860052035,
                  "5": 42.88054475957986
                }
              },
              "all_assigned": {
                "n_unweighted": 750,
                "n_weighted": 747.562763561615,
                "n_eff": 698.1689620695034,
                "eligible_n": 750,
                "eligible_weighted_n": 747.562763561615,
                "eligible_n_eff": 698.1689620695034,
                "observed_valid_base": {
                  "n_unweighted": 704,
                  "n_weighted": 705.8463445232088,
                  "n_eff": 655.4087542574765
                },
                "module_eligible_base": {
                  "n_unweighted": 733,
                  "n_weighted": 733.256752467466,
                  "n_eff": 682.4545830587651
                },
                "missing_counts": {
                  "97": 19,
                  "98": 7,
                  "99": 3,
                  "structural_blank": 17
                },
                "nonvalid_weighted_share": 0.055803232948169704,
                "status": "reportable",
                "estimand": "all_assigned_recorded_positive_sensitivity",
                "mean": 0.6310617778182148,
                "pct": 63.10617778182148,
                "variance": 0.000340656249640821,
                "se": 0.018456875402971678,
                "ci95_pct": [
                  59.48869667612471,
                  66.72365888751825
                ],
                "completion_bounds": [
                  0.6310617778182148,
                  0.6868650107663845
                ],
                "completion_bounds_pct": [
                  63.10617778182148,
                  68.68650107663845
                ]
              }
            },
            "7": {
              "valid_case": {
                "n_unweighted": 682,
                "n_weighted": 687.595411193906,
                "n_eff": 635.8684886201646,
                "eligible_n": 750,
                "eligible_weighted_n": 755.5206239325285,
                "eligible_n_eff": 699.0881709707758,
                "observed_valid_base": {
                  "n_unweighted": 682,
                  "n_weighted": 687.595411193906,
                  "n_eff": 635.8684886201646
                },
                "module_eligible_base": {
                  "n_unweighted": 720,
                  "n_weighted": 725.9110352020074,
                  "n_eff": 671.4508282834634
                },
                "missing_counts": {
                  "97": 25,
                  "98": 9,
                  "99": 4,
                  "structural_blank": 30
                },
                "nonvalid_weighted_share": 0.08990517344856562,
                "status": "reportable",
                "estimand": "valid_case_stated_intent",
                "mean": 0.5189593774729624,
                "pct": 51.89593774729624,
                "variance": 0.00039457413976268593,
                "se": 0.01986389034813387,
                "ci95_pct": [
                  48.002686779776724,
                  55.78918871481575
                ],
                "distribution_pct": {
                  "1": 18.96597203903983,
                  "2": 17.103007122131363,
                  "3": 12.035083091532577,
                  "4": 26.876154049063572,
                  "5": 25.019783698232658
                }
              },
              "all_assigned": {
                "n_unweighted": 750,
                "n_weighted": 755.5206239325285,
                "n_eff": 699.0881709707758,
                "eligible_n": 750,
                "eligible_weighted_n": 755.5206239325285,
                "eligible_n_eff": 699.0881709707758,
                "observed_valid_base": {
                  "n_unweighted": 682,
                  "n_weighted": 687.595411193906,
                  "n_eff": 635.8684886201646
                },
                "module_eligible_base": {
                  "n_unweighted": 720,
                  "n_weighted": 725.9110352020074,
                  "n_eff": 671.4508282834634
                },
                "missing_counts": {
                  "97": 25,
                  "98": 9,
                  "99": 4,
                  "structural_blank": 30
                },
                "nonvalid_weighted_share": 0.08990517344856562,
                "status": "reportable",
                "estimand": "all_assigned_recorded_positive_sensitivity",
                "mean": 0.47230224462849596,
                "pct": 47.2302244628496,
                "variance": 0.0003553153119539378,
                "se": 0.01884980933468394,
                "ci95_pct": [
                  43.53572972170685,
                  50.92471920399234
                ],
                "completion_bounds": [
                  0.47230224462849596,
                  0.5622074180770615
                ],
                "completion_bounds_pct": [
                  47.2302244628496,
                  56.220741807706155
                ]
              }
            },
            "10": {
              "valid_case": {
                "n_unweighted": 655,
                "n_weighted": 655.9680174120708,
                "n_eff": 610.9377325814341,
                "eligible_n": 750,
                "eligible_weighted_n": 748.4242983026256,
                "eligible_n_eff": 698.452392352011,
                "observed_valid_base": {
                  "n_unweighted": 655,
                  "n_weighted": 655.9680174120708,
                  "n_eff": 610.9377325814341
                },
                "module_eligible_base": {
                  "n_unweighted": 709,
                  "n_weighted": 711.9224316440201,
                  "n_eff": 660.5734536004774
                },
                "missing_counts": {
                  "97": 45,
                  "98": 4,
                  "99": 5,
                  "structural_blank": 41
                },
                "nonvalid_weighted_share": 0.12353457938263006,
                "status": "reportable",
                "estimand": "valid_case_stated_intent",
                "mean": 0.3362941969377527,
                "pct": 33.62941969377527,
                "variance": 0.0003539524995077391,
                "se": 0.01881362536853913,
                "ci95_pct": [
                  29.94201687967869,
                  37.31682250787185
                ],
                "distribution_pct": {
                  "1": 33.43586907683268,
                  "2": 19.47603082984827,
                  "3": 13.458680399543773,
                  "4": 17.24674247399163,
                  "5": 16.382677219783638
                }
              },
              "all_assigned": {
                "n_unweighted": 750,
                "n_weighted": 748.4242983026256,
                "n_eff": 698.452392352011,
                "eligible_n": 750,
                "eligible_weighted_n": 748.4242983026256,
                "eligible_n_eff": 698.452392352011,
                "observed_valid_base": {
                  "n_unweighted": 655,
                  "n_weighted": 655.9680174120708,
                  "n_eff": 610.9377325814341
                },
                "module_eligible_base": {
                  "n_unweighted": 709,
                  "n_weighted": 711.9224316440201,
                  "n_eff": 660.5734536004774
                },
                "missing_counts": {
                  "97": 45,
                  "98": 4,
                  "99": 5,
                  "structural_blank": 41
                },
                "nonvalid_weighted_share": 0.12353457938263006,
                "status": "reportable",
                "estimand": "all_assigned_recorded_positive_sensitivity",
                "mean": 0.29475023477022816,
                "pct": 29.475023477022816,
                "variance": 0.0002868616228937925,
                "se": 0.016936989782537878,
                "ci95_pct": [
                  26.155434478993104,
                  32.794612475052524
                ],
                "completion_bounds": [
                  0.29475023477022816,
                  0.41828481415285823
                ],
                "completion_bounds_pct": [
                  29.475023477022816,
                  41.82848141528582
                ]
              }
            },
            "13": {
              "valid_case": {
                "n_unweighted": 633,
                "n_weighted": 632.7519233385228,
                "n_eff": 590.0649455132209,
                "eligible_n": 750,
                "eligible_weighted_n": 748.4923142032318,
                "eligible_n_eff": 698.3255653626933,
                "observed_valid_base": {
                  "n_unweighted": 633,
                  "n_weighted": 632.7519233385228,
                  "n_eff": 590.0649455132209
                },
                "module_eligible_base": {
                  "n_unweighted": 719,
                  "n_weighted": 718.6786777708925,
                  "n_eff": 669.5018919190835
                },
                "missing_counts": {
                  "97": 67,
                  "98": 8,
                  "99": 11,
                  "structural_blank": 31
                },
                "nonvalid_weighted_share": 0.15463136851032896,
                "status": "reportable",
                "estimand": "valid_case_stated_intent",
                "mean": 0.19817979863126595,
                "pct": 19.817979863126595,
                "variance": 0.0002474512891018139,
                "se": 0.015730584512401755,
                "ci95_pct": [
                  16.734841953119496,
                  22.901117773133695
                ],
                "distribution_pct": {
                  "1": 55.806370704790574,
                  "2": 18.22351212870401,
                  "3": 6.152137303378838,
                  "4": 12.7342434340177,
                  "5": 7.083736429108891
                }
              },
              "all_assigned": {
                "n_unweighted": 750,
                "n_weighted": 748.4923142032318,
                "n_eff": 698.3255653626933,
                "eligible_n": 750,
                "eligible_weighted_n": 748.4923142032318,
                "eligible_n_eff": 698.3255653626933,
                "observed_valid_base": {
                  "n_unweighted": 633,
                  "n_weighted": 632.7519233385228,
                  "n_eff": 590.0649455132209
                },
                "module_eligible_base": {
                  "n_unweighted": 719,
                  "n_weighted": 718.6786777708925,
                  "n_eff": 669.5018919190835
                },
                "missing_counts": {
                  "97": 67,
                  "98": 8,
                  "99": 11,
                  "structural_blank": 31
                },
                "nonvalid_weighted_share": 0.15463136851032896,
                "status": "reportable",
                "estimand": "all_assigned_recorded_positive_sensitivity",
                "mean": 0.16753498515781182,
                "pct": 16.75349851578118,
                "variance": 0.00018252740427371865,
                "se": 0.013510270325708463,
                "ci95_pct": [
                  14.105534189802299,
                  19.401462841760065
                ],
                "completion_bounds": [
                  0.16753498515781182,
                  0.3221663536681408
                ],
                "completion_bounds_pct": [
                  16.75349851578118,
                  32.21663536681408
                ]
              }
            }
          }
        },
        {
          "analysis_id": "analysis_results.json#/tables/intent_5/values/by_price",
          "values": {
            "4": {
              "n_unweighted": 704,
              "n_weighted": 705.8463445232088,
              "n_eff": 655.4087542574765,
              "eligible_n": 733,
              "eligible_weighted_n": 733.256752467466,
              "eligible_n_eff": 682.4545830587651,
              "structural_excluded_n": 17,
              "missing_counts": {
                "97": 19,
                "98": 7,
                "99": 3,
                "unexpected_blank": 0
              },
              "status": "reportable",
              "mean": 3.7731346160023125,
              "distribution_pct": {
                "1": 10.981916294607009,
                "2": 10.4390839302348,
                "3": 11.743166415057978,
                "4": 23.95528860052035,
                "5": 42.88054475957986
              },
              "top2_pct": 66.83583336010021,
              "bottom2_pct": 21.42100022484181
            },
            "7": {
              "n_unweighted": 682,
              "n_weighted": 687.595411193906,
              "n_eff": 635.8684886201646,
              "eligible_n": 720,
              "eligible_weighted_n": 725.9110352020074,
              "eligible_n_eff": 671.4508282834634,
              "structural_excluded_n": 30,
              "missing_counts": {
                "97": 25,
                "98": 9,
                "99": 4,
                "unexpected_blank": 0
              },
              "status": "reportable",
              "mean": 3.2188077024531787,
              "distribution_pct": {
                "1": 18.96597203903983,
                "2": 17.103007122131363,
                "3": 12.035083091532577,
                "4": 26.876154049063572,
                "5": 25.019783698232658
              },
              "top2_pct": 51.89593774729623,
              "bottom2_pct": 36.06897916117119
            },
            "10": {
              "n_unweighted": 655,
              "n_weighted": 655.9680174120708,
              "n_eff": 610.9377325814341,
              "eligible_n": 709,
              "eligible_weighted_n": 711.9224316440201,
              "eligible_n_eff": 660.5734536004774,
              "structural_excluded_n": 41,
              "missing_counts": {
                "97": 45,
                "98": 4,
                "99": 5,
                "unexpected_blank": 0
              },
              "status": "reportable",
              "mean": 2.6366432793004524,
              "distribution_pct": {
                "1": 33.43586907683268,
                "2": 19.47603082984827,
                "3": 13.458680399543773,
                "4": 17.24674247399163,
                "5": 16.382677219783638
              },
              "top2_pct": 33.62941969377527,
              "bottom2_pct": 52.91189990668095
            },
            "13": {
              "n_unweighted": 633,
              "n_weighted": 632.7519233385228,
              "n_eff": 590.0649455132209,
              "eligible_n": 719,
              "eligible_weighted_n": 718.6786777708925,
              "eligible_n_eff": 669.5018919190835,
              "structural_excluded_n": 31,
              "missing_counts": {
                "97": 67,
                "98": 8,
                "99": 11,
                "unexpected_blank": 0
              },
              "status": "reportable",
              "mean": 1.9706546275395038,
              "distribution_pct": {
                "1": 55.806370704790574,
                "2": 18.22351212870401,
                "3": 6.152137303378838,
                "4": 12.7342434340177,
                "5": 7.083736429108891
              },
              "top2_pct": 19.817979863126588,
              "bottom2_pct": 74.02988283349458
            }
          }
        },
        {
          "analysis_id": "analysis_results.json#/tables/P1_VALID_INTENT/values",
          "values": {
            "4_minus_7": {
              "status": "reportable",
              "estimate": 14.939895612803976,
              "se": 2.729352620113342,
              "ci95": [
                9.590462776271794,
                20.28932844933616
              ],
              "p_raw": 4.405178556567603e-8,
              "group_a_base": {
                "n_unweighted": 704,
                "n_weighted": 705.8463445232088,
                "n_eff": 655.4087542574765
              },
              "group_b_base": {
                "n_unweighted": 682,
                "n_weighted": 687.595411193906,
                "n_eff": 635.8684886201646
              },
              "price_a": 4,
              "price_b": 7,
              "unit": "percentage_points",
              "assumed_cost_gbp": null,
              "p_holm": 4.405178556567603e-8,
              "family": "P1_VALID_INTENT",
              "family_size": 6
            },
            "4_minus_10": {
              "status": "reportable",
              "estimate": 33.20641366632495,
              "se": 2.6538932386910545,
              "ci95": [
                28.00487849967612,
                38.40794883297377
              ],
              "p_raw": 6.391353865790563e-36,
              "group_a_base": {
                "n_unweighted": 704,
                "n_weighted": 705.8463445232088,
                "n_eff": 655.4087542574765
              },
              "group_b_base": {
                "n_unweighted": 655,
                "n_weighted": 655.9680174120708,
                "n_eff": 610.9377325814341
              },
              "price_a": 4,
              "price_b": 10,
              "unit": "percentage_points",
              "assumed_cost_gbp": null,
              "p_holm": 2.556541546316225e-35,
              "family": "P1_VALID_INTENT",
              "family_size": 6
            },
            "4_minus_13": {
              "status": "reportable",
              "estimate": 47.01785349697362,
              "se": 2.44502294842213,
              "ci95": [
                42.225696576692314,
                51.81001041725493
              ],
              "p_raw": 2.0752632901679225e-82,
              "group_a_base": {
                "n_unweighted": 704,
                "n_weighted": 705.8463445232088,
                "n_eff": 655.4087542574765
              },
              "group_b_base": {
                "n_unweighted": 633,
                "n_weighted": 632.7519233385228,
                "n_eff": 590.0649455132209
              },
              "price_a": 4,
              "price_b": 13,
              "unit": "percentage_points",
              "assumed_cost_gbp": null,
              "p_holm": 1.2451579741007536e-81,
              "family": "P1_VALID_INTENT",
              "family_size": 6
            },
            "7_minus_10": {
              "status": "reportable",
              "estimate": 18.26651805352097,
              "se": 2.735921488768318,
              "ci95": [
                12.90421047100586,
                23.628825636036076
              ],
              "p_raw": 2.4463175256070046e-11,
              "group_a_base": {
                "n_unweighted": 682,
                "n_weighted": 687.595411193906,
                "n_eff": 635.8684886201646
              },
              "group_b_base": {
                "n_unweighted": 655,
                "n_weighted": 655.9680174120708,
                "n_eff": 610.9377325814341
              },
              "price_a": 7,
              "price_b": 10,
              "unit": "percentage_points",
              "assumed_cost_gbp": null,
              "p_holm": 7.338952576821014e-11,
              "family": "P1_VALID_INTENT",
              "family_size": 6
            },
            "7_minus_13": {
              "status": "reportable",
              "estimate": 32.07795788416964,
              "se": 2.533822071228562,
              "ci95": [
                27.111757881328977,
                37.04415788701031
              ],
              "p_raw": 9.861307809110232e-37,
              "group_a_base": {
                "n_unweighted": 682,
                "n_weighted": 687.595411193906,
                "n_eff": 635.8684886201646
              },
              "group_b_base": {
                "n_unweighted": 633,
                "n_weighted": 632.7519233385228,
                "n_eff": 590.0649455132209
              },
              "price_a": 7,
              "price_b": 13,
              "unit": "percentage_points",
              "assumed_cost_gbp": null,
              "p_holm": 4.930653904555116e-36,
              "family": "P1_VALID_INTENT",
              "family_size": 6
            },
            "10_minus_13": {
              "status": "reportable",
              "estimate": 13.811439830648675,
              "se": 2.4523535401926715,
              "ci95": [
                9.00491521451174,
                18.61796444678561
              ],
              "p_raw": 1.7822241094571103e-8,
              "group_a_base": {
                "n_unweighted": 655,
                "n_weighted": 655.9680174120708,
                "n_eff": 610.9377325814341
              },
              "group_b_base": {
                "n_unweighted": 633,
                "n_weighted": 632.7519233385228,
                "n_eff": 590.0649455132209
              },
              "price_a": 10,
              "price_b": 13,
              "unit": "percentage_points",
              "assumed_cost_gbp": null,
              "p_holm": 3.5644482189142205e-8,
              "family": "P1_VALID_INTENT",
              "family_size": 6
            }
          }
        }
      ]
    }
  ],
  "cited_tables": [
    {
      "analysis_id": "analysis_results.json#/tables/intent_by_price/values",
      "values": {
        "4": {
          "valid_case": {
            "n_unweighted": 704,
            "n_weighted": 705.8463445232088,
            "n_eff": 655.4087542574765,
            "eligible_n": 750,
            "eligible_weighted_n": 747.562763561615,
            "eligible_n_eff": 698.1689620695034,
            "observed_valid_base": {
              "n_unweighted": 704,
              "n_weighted": 705.8463445232088,
              "n_eff": 655.4087542574765
            },
            "module_eligible_base": {
              "n_unweighted": 733,
              "n_weighted": 733.256752467466,
              "n_eff": 682.4545830587651
            },
            "missing_counts": {
              "97": 19,
              "98": 7,
              "99": 3,
              "structural_blank": 17
            },
            "nonvalid_weighted_share": 0.055803232948169704,
            "status": "reportable",
            "estimand": "valid_case_stated_intent",
            "mean": 0.6683583336010022,
            "pct": 66.83583336010021,
            "variance": 0.0003503624327292705,
            "se": 0.018717970849674664,
            "ci95_pct": [
              63.16717848719692,
              70.50448823300351
            ],
            "distribution_pct": {
              "1": 10.981916294607009,
              "2": 10.4390839302348,
              "3": 11.743166415057978,
              "4": 23.95528860052035,
              "5": 42.88054475957986
            }
          },
          "all_assigned": {
            "n_unweighted": 750,
            "n_weighted": 747.562763561615,
            "n_eff": 698.1689620695034,
            "eligible_n": 750,
            "eligible_weighted_n": 747.562763561615,
            "eligible_n_eff": 698.1689620695034,
            "observed_valid_base": {
              "n_unweighted": 704,
              "n_weighted": 705.8463445232088,
              "n_eff": 655.4087542574765
            },
            "module_eligible_base": {
              "n_unweighted": 733,
              "n_weighted": 733.256752467466,
              "n_eff": 682.4545830587651
            },
            "missing_counts": {
              "97": 19,
              "98": 7,
              "99": 3,
              "structural_blank": 17
            },
            "nonvalid_weighted_share": 0.055803232948169704,
            "status": "reportable",
            "estimand": "all_assigned_recorded_positive_sensitivity",
            "mean": 0.6310617778182148,
            "pct": 63.10617778182148,
            "variance": 0.000340656249640821,
            "se": 0.018456875402971678,
            "ci95_pct": [
              59.48869667612471,
              66.72365888751825
            ],
            "completion_bounds": [
              0.6310617778182148,
              0.6868650107663845
            ],
            "completion_bounds_pct": [
              63.10617778182148,
              68.68650107663845
            ]
          }
        },
        "7": {
          "valid_case": {
            "n_unweighted": 682,
            "n_weighted": 687.595411193906,
            "n_eff": 635.8684886201646,
            "eligible_n": 750,
            "eligible_weighted_n": 755.5206239325285,
            "eligible_n_eff": 699.0881709707758,
            "observed_valid_base": {
              "n_unweighted": 682,
              "n_weighted": 687.595411193906,
              "n_eff": 635.8684886201646
            },
            "module_eligible_base": {
              "n_unweighted": 720,
              "n_weighted": 725.9110352020074,
              "n_eff": 671.4508282834634
            },
            "missing_counts": {
              "97": 25,
              "98": 9,
              "99": 4,
              "structural_blank": 30
            },
            "nonvalid_weighted_share": 0.08990517344856562,
            "status": "reportable",
            "estimand": "valid_case_stated_intent",
            "mean": 0.5189593774729624,
            "pct": 51.89593774729624,
            "variance": 0.00039457413976268593,
            "se": 0.01986389034813387,
            "ci95_pct": [
              48.002686779776724,
              55.78918871481575
            ],
            "distribution_pct": {
              "1": 18.96597203903983,
              "2": 17.103007122131363,
              "3": 12.035083091532577,
              "4": 26.876154049063572,
              "5": 25.019783698232658
            }
          },
          "all_assigned": {
            "n_unweighted": 750,
            "n_weighted": 755.5206239325285,
            "n_eff": 699.0881709707758,
            "eligible_n": 750,
            "eligible_weighted_n": 755.5206239325285,
            "eligible_n_eff": 699.0881709707758,
            "observed_valid_base": {
              "n_unweighted": 682,
              "n_weighted": 687.595411193906,
              "n_eff": 635.8684886201646
            },
            "module_eligible_base": {
              "n_unweighted": 720,
              "n_weighted": 725.9110352020074,
              "n_eff": 671.4508282834634
            },
            "missing_counts": {
              "97": 25,
              "98": 9,
              "99": 4,
              "structural_blank": 30
            },
            "nonvalid_weighted_share": 0.08990517344856562,
            "status": "reportable",
            "estimand": "all_assigned_recorded_positive_sensitivity",
            "mean": 0.47230224462849596,
            "pct": 47.2302244628496,
            "variance": 0.0003553153119539378,
            "se": 0.01884980933468394,
            "ci95_pct": [
              43.53572972170685,
              50.92471920399234
            ],
            "completion_bounds": [
              0.47230224462849596,
              0.5622074180770615
            ],
            "completion_bounds_pct": [
              47.2302244628496,
              56.220741807706155
            ]
          }
        },
        "10": {
          "valid_case": {
            "n_unweighted": 655,
            "n_weighted": 655.9680174120708,
            "n_eff": 610.9377325814341,
            "eligible_n": 750,
            "eligible_weighted_n": 748.4242983026256,
            "eligible_n_eff": 698.452392352011,
            "observed_valid_base": {
              "n_unweighted": 655,
              "n_weighted": 655.9680174120708,
              "n_eff": 610.9377325814341
            },
            "module_eligible_base": {
              "n_unweighted": 709,
              "n_weighted": 711.9224316440201,
              "n_eff": 660.5734536004774
            },
            "missing_counts": {
              "97": 45,
              "98": 4,
              "99": 5,
              "structural_blank": 41
            },
            "nonvalid_weighted_share": 0.12353457938263006,
            "status": "reportable",
            "estimand": "valid_case_stated_intent",
            "mean": 0.3362941969377527,
            "pct": 33.62941969377527,
            "variance": 0.0003539524995077391,
            "se": 0.01881362536853913,
            "ci95_pct": [
              29.94201687967869,
              37.31682250787185
            ],
            "distribution_pct": {
              "1": 33.43586907683268,
              "2": 19.47603082984827,
              "3": 13.458680399543773,
              "4": 17.24674247399163,
              "5": 16.382677219783638
            }
          },
          "all_assigned": {
            "n_unweighted": 750,
            "n_weighted": 748.4242983026256,
            "n_eff": 698.452392352011,
            "eligible_n": 750,
            "eligible_weighted_n": 748.4242983026256,
            "eligible_n_eff": 698.452392352011,
            "observed_valid_base": {
              "n_unweighted": 655,
              "n_weighted": 655.9680174120708,
              "n_eff": 610.9377325814341
            },
            "module_eligible_base": {
              "n_unweighted": 709,
              "n_weighted": 711.9224316440201,
              "n_eff": 660.5734536004774
            },
            "missing_counts": {
              "97": 45,
              "98": 4,
              "99": 5,
              "structural_blank": 41
            },
            "nonvalid_weighted_share": 0.12353457938263006,
            "status": "reportable",
            "estimand": "all_assigned_recorded_positive_sensitivity",
            "mean": 0.29475023477022816,
            "pct": 29.475023477022816,
            "variance": 0.0002868616228937925,
            "se": 0.016936989782537878,
            "ci95_pct": [
              26.155434478993104,
              32.794612475052524
            ],
            "completion_bounds": [
              0.29475023477022816,
              0.41828481415285823
            ],
            "completion_bounds_pct": [
              29.475023477022816,
              41.82848141528582
            ]
          }
        },
        "13": {
          "valid_case": {
            "n_unweighted": 633,
            "n_weighted": 632.7519233385228,
            "n_eff": 590.0649455132209,
            "eligible_n": 750,
            "eligible_weighted_n": 748.4923142032318,
            "eligible_n_eff": 698.3255653626933,
            "observed_valid_base": {
              "n_unweighted": 633,
              "n_weighted": 632.7519233385228,
              "n_eff": 590.0649455132209
            },
            "module_eligible_base": {
              "n_unweighted": 719,
              "n_weighted": 718.6786777708925,
              "n_eff": 669.5018919190835
            },
            "missing_counts": {
              "97": 67,
              "98": 8,
              "99": 11,
              "structural_blank": 31
            },
            "nonvalid_weighted_share": 0.15463136851032896,
            "status": "reportable",
            "estimand": "valid_case_stated_intent",
            "mean": 0.19817979863126595,
            "pct": 19.817979863126595,
            "variance": 0.0002474512891018139,
            "se": 0.015730584512401755,
            "ci95_pct": [
              16.734841953119496,
              22.901117773133695
            ],
            "distribution_pct": {
              "1": 55.806370704790574,
              "2": 18.22351212870401,
              "3": 6.152137303378838,
              "4": 12.7342434340177,
              "5": 7.083736429108891
            }
          },
          "all_assigned": {
            "n_unweighted": 750,
            "n_weighted": 748.4923142032318,
            "n_eff": 698.3255653626933,
            "eligible_n": 750,
            "eligible_weighted_n": 748.4923142032318,
            "eligible_n_eff": 698.3255653626933,
            "observed_valid_base": {
              "n_unweighted": 633,
              "n_weighted": 632.7519233385228,
              "n_eff": 590.0649455132209
            },
            "module_eligible_base": {
              "n_unweighted": 719,
              "n_weighted": 718.6786777708925,
              "n_eff": 669.5018919190835
            },
            "missing_counts": {
              "97": 67,
              "98": 8,
              "99": 11,
              "structural_blank": 31
            },
            "nonvalid_weighted_share": 0.15463136851032896,
            "status": "reportable",
            "estimand": "all_assigned_recorded_positive_sensitivity",
            "mean": 0.16753498515781182,
            "pct": 16.75349851578118,
            "variance": 0.00018252740427371865,
            "se": 0.013510270325708463,
            "ci95_pct": [
              14.105534189802299,
              19.401462841760065
            ],
            "completion_bounds": [
              0.16753498515781182,
              0.3221663536681408
            ],
            "completion_bounds_pct": [
              16.75349851578118,
              32.21663536681408
            ]
          }
        }
      }
    },
    {
      "analysis_id": "analysis_results.json#/tables/intent_5/values/by_price",
      "values": {
        "4": {
          "n_unweighted": 704,
          "n_weighted": 705.8463445232088,
          "n_eff": 655.4087542574765,
          "eligible_n": 733,
          "eligible_weighted_n": 733.256752467466,
          "eligible_n_eff": 682.4545830587651,
          "structural_excluded_n": 17,
          "missing_counts": {
            "97": 19,
            "98": 7,
            "99": 3,
            "unexpected_blank": 0
          },
          "status": "reportable",
          "mean": 3.7731346160023125,
          "distribution_pct": {
            "1": 10.981916294607009,
            "2": 10.4390839302348,
            "3": 11.743166415057978,
            "4": 23.95528860052035,
            "5": 42.88054475957986
          },
          "top2_pct": 66.83583336010021,
          "bottom2_pct": 21.42100022484181
        },
        "7": {
          "n_unweighted": 682,
          "n_weighted": 687.595411193906,
          "n_eff": 635.8684886201646,
          "eligible_n": 720,
          "eligible_weighted_n": 725.9110352020074,
          "eligible_n_eff": 671.4508282834634,
          "structural_excluded_n": 30,
          "missing_counts": {
            "97": 25,
            "98": 9,
            "99": 4,
            "unexpected_blank": 0
          },
          "status": "reportable",
          "mean": 3.2188077024531787,
          "distribution_pct": {
            "1": 18.96597203903983,
            "2": 17.103007122131363,
            "3": 12.035083091532577,
            "4": 26.876154049063572,
            "5": 25.019783698232658
          },
          "top2_pct": 51.89593774729623,
          "bottom2_pct": 36.06897916117119
        },
        "10": {
          "n_unweighted": 655,
          "n_weighted": 655.9680174120708,
          "n_eff": 610.9377325814341,
          "eligible_n": 709,
          "eligible_weighted_n": 711.9224316440201,
          "eligible_n_eff": 660.5734536004774,
          "structural_excluded_n": 41,
          "missing_counts": {
            "97": 45,
            "98": 4,
            "99": 5,
            "unexpected_blank": 0
          },
          "status": "reportable",
          "mean": 2.6366432793004524,
          "distribution_pct": {
            "1": 33.43586907683268,
            "2": 19.47603082984827,
            "3": 13.458680399543773,
            "4": 17.24674247399163,
            "5": 16.382677219783638
          },
          "top2_pct": 33.62941969377527,
          "bottom2_pct": 52.91189990668095
        },
        "13": {
          "n_unweighted": 633,
          "n_weighted": 632.7519233385228,
          "n_eff": 590.0649455132209,
          "eligible_n": 719,
          "eligible_weighted_n": 718.6786777708925,
          "eligible_n_eff": 669.5018919190835,
          "structural_excluded_n": 31,
          "missing_counts": {
            "97": 67,
            "98": 8,
            "99": 11,
            "unexpected_blank": 0
          },
          "status": "reportable",
          "mean": 1.9706546275395038,
          "distribution_pct": {
            "1": 55.806370704790574,
            "2": 18.22351212870401,
            "3": 6.152137303378838,
            "4": 12.7342434340177,
            "5": 7.083736429108891
          },
          "top2_pct": 19.817979863126588,
          "bottom2_pct": 74.02988283349458
        }
      }
    },
    {
      "analysis_id": "analysis_results.json#/tables/P1_VALID_INTENT/values",
      "values": {
        "4_minus_7": {
          "status": "reportable",
          "estimate": 14.939895612803976,
          "se": 2.729352620113342,
          "ci95": [
            9.590462776271794,
            20.28932844933616
          ],
          "p_raw": 4.405178556567603e-8,
          "group_a_base": {
            "n_unweighted": 704,
            "n_weighted": 705.8463445232088,
            "n_eff": 655.4087542574765
          },
          "group_b_base": {
            "n_unweighted": 682,
            "n_weighted": 687.595411193906,
            "n_eff": 635.8684886201646
          },
          "price_a": 4,
          "price_b": 7,
          "unit": "percentage_points",
          "assumed_cost_gbp": null,
          "p_holm": 4.405178556567603e-8,
          "family": "P1_VALID_INTENT",
          "family_size": 6
        },
        "4_minus_10": {
          "status": "reportable",
          "estimate": 33.20641366632495,
          "se": 2.6538932386910545,
          "ci95": [
            28.00487849967612,
            38.40794883297377
          ],
          "p_raw": 6.391353865790563e-36,
          "group_a_base": {
            "n_unweighted": 704,
            "n_weighted": 705.8463445232088,
            "n_eff": 655.4087542574765
          },
          "group_b_base": {
            "n_unweighted": 655,
            "n_weighted": 655.9680174120708,
            "n_eff": 610.9377325814341
          },
          "price_a": 4,
          "price_b": 10,
          "unit": "percentage_points",
          "assumed_cost_gbp": null,
          "p_holm": 2.556541546316225e-35,
          "family": "P1_VALID_INTENT",
          "family_size": 6
        },
        "4_minus_13": {
          "status": "reportable",
          "estimate": 47.01785349697362,
          "se": 2.44502294842213,
          "ci95": [
            42.225696576692314,
            51.81001041725493
          ],
          "p_raw": 2.0752632901679225e-82,
          "group_a_base": {
            "n_unweighted": 704,
            "n_weighted": 705.8463445232088,
            "n_eff": 655.4087542574765
          },
          "group_b_base": {
            "n_unweighted": 633,
            "n_weighted": 632.7519233385228,
            "n_eff": 590.0649455132209
          },
          "price_a": 4,
          "price_b": 13,
          "unit": "percentage_points",
          "assumed_cost_gbp": null,
          "p_holm": 1.2451579741007536e-81,
          "family": "P1_VALID_INTENT",
          "family_size": 6
        },
        "7_minus_10": {
          "status": "reportable",
          "estimate": 18.26651805352097,
          "se": 2.735921488768318,
          "ci95": [
            12.90421047100586,
            23.628825636036076
          ],
          "p_raw": 2.4463175256070046e-11,
          "group_a_base": {
            "n_unweighted": 682,
            "n_weighted": 687.595411193906,
            "n_eff": 635.8684886201646
          },
          "group_b_base": {
            "n_unweighted": 655,
            "n_weighted": 655.9680174120708,
            "n_eff": 610.9377325814341
          },
          "price_a": 7,
          "price_b": 10,
          "unit": "percentage_points",
          "assumed_cost_gbp": null,
          "p_holm": 7.338952576821014e-11,
          "family": "P1_VALID_INTENT",
          "family_size": 6
        },
        "7_minus_13": {
          "status": "reportable",
          "estimate": 32.07795788416964,
          "se": 2.533822071228562,
          "ci95": [
            27.111757881328977,
            37.04415788701031
          ],
          "p_raw": 9.861307809110232e-37,
          "group_a_base": {
            "n_unweighted": 682,
            "n_weighted": 687.595411193906,
            "n_eff": 635.8684886201646
          },
          "group_b_base": {
            "n_unweighted": 633,
            "n_weighted": 632.7519233385228,
            "n_eff": 590.0649455132209
          },
          "price_a": 7,
          "price_b": 13,
          "unit": "percentage_points",
          "assumed_cost_gbp": null,
          "p_holm": 4.930653904555116e-36,
          "family": "P1_VALID_INTENT",
          "family_size": 6
        },
        "10_minus_13": {
          "status": "reportable",
          "estimate": 13.811439830648675,
          "se": 2.4523535401926715,
          "ci95": [
            9.00491521451174,
            18.61796444678561
          ],
          "p_raw": 1.7822241094571103e-8,
          "group_a_base": {
            "n_unweighted": 655,
            "n_weighted": 655.9680174120708,
            "n_eff": 610.9377325814341
          },
          "group_b_base": {
            "n_unweighted": 633,
            "n_weighted": 632.7519233385228,
            "n_eff": 590.0649455132209
          },
          "price_a": 10,
          "price_b": 13,
          "unit": "percentage_points",
          "assumed_cost_gbp": null,
          "p_holm": 3.5644482189142205e-8,
          "family": "P1_VALID_INTENT",
          "family_size": 6
        }
      }
    }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"study_id": "SBT-006",
  "source_sha256": "591dbccf2eff795fcb65c11c130f8dc13ba510e2a4856e9310a8d22b9469ca9e",
  "analysis_sha256": "5868f797b0c24d378da705e3b9d1d94e6873bf9285d69d47f9d0c5e79a9bb50e",
  "approved_at": "2026-09-22T06:32:30.216Z",
  "universe": "Assumed variable cost per proxy-positive subscriber-month, constant across prices; not actual costs or profit",
  "review_record": {
    "findings": {
      "F1": {
        "decision": "accept",
        "text": "Prioritise £7 and £10 for real-behaviour testing, retaining both rather than selecting a winner. Their valid-case gross price-times-stated-interest proxies are £3.63 and £3.36 per hypothetical household-month, versus £2.67 at £4 and £2.58 at £13. The £7-minus-£10 difference is £0.270 (95% CI −£0.189 to £0.728; Holm p=0.498). Both middle prices exceed both endpoints on this proxy after adjustment: £7 versus £4 p=7.47e−9, £7 versus £13 p=0.000097, £10 versus £4 p=0.00264, and £10 versus £13 p=0.0139. [software QA edit]",
        "reason": "Software QA: verify original wording survives a revision. No human assessment.",
        "importance": "primary"
      },
      "F2": {
        "decision": "accept",
        "text": "The middle-price decision trades substantially more stated interest at £7 against a higher price at £10. Positive intent is 66.84%, 51.90%, 33.63% and 19.82% at £4/£7/£10/£13. The £7-minus-£10 contrast is 18.27 percentage points (95% CI 12.90–23.63; Holm p=7.34e−11); all six valid-case price contrasts survive Holm adjustment. The full distributions reinforce the pattern: percentages in categories [definitely not, probably not, might or might not, probably would, definitely would] are £4 [10.98,10.44,11.74,23.96,42.88], £7 [18.97,17.10,12.04,26.88,25.02], £10 [33.44,19.48,13.46,17.25,16.38] and £13 [55.81,18.22,6.15,12.73,7.08]. Bottom-two shares are respectively 21.42%, 36.07%, 52.91% and 74.03%.",
        "reason": "",
        "importance": "primary"
      },
      "F3": {
        "decision": "accept",
        "text": "Assumed costs change the contribution point leader, without establishing superiority between £7 and £10. At costs of £0.50, £2 and £3 per proxy-positive subscriber-month, valid-case contribution proxies in price order £4/£7/£10/£13 are [£2.339,£3.373,£3.195,£2.477], [£1.337,£2.595,£2.690,£2.180] and [£0.668,£2.076,£2.354,£1.982]. Thus £7 leads at £0.50 cost and £10 at £2 and £3. The corresponding £7-minus-£10 differences are £0.178 (95% CI −£0.254 to £0.611; Holm p=1.000), −£0.096 (−£0.449 to £0.258; p=1.000) and −£0.278 (−£0.580 to £0.023; p=0.418). Both middle prices exceed £4 in all three scenarios after adjustment. Neither exceeds £13 after adjustment at the £2 or £3 costs; at £0.50, £7 exceeds £13 (p=0.00140), while £10 does not (p=0.0623).",
        "reason": "",
        "importance": "primary"
      },
      "F4": {
        "decision": "accept",
        "text": "Missing responses materially qualify the financial ranking, although the recorded-interest gradient persists. Weighted nonvalid intent shares increase across £4/£7/£10/£13: 5.58%, 8.99%, 12.35%, 15.46%. Conservatively scoring every nonvalid response as zero gives recorded-positive yields of 63.11%, 47.23%, 29.48%, 16.75%; all six P2 contrasts remain significant after Holm adjustment. For £7 versus £10 the difference is 17.76 points (95% CI 12.79–22.72; p=7.33e−12). At the £2 cost, all-assigned contribution proxies are almost identical at £7 and £10: £2.362 (95% CI £2.177–£2.546) versus £2.358 (£2.092–£2.624), reversing the small valid-case numerical lead. Logical completion ranges for positive intent are [63.11%,68.69%], [47.23%,56.22%], [29.48%,41.83%], [16.75%,32.22%].",
        "reason": "",
        "importance": "primary"
      },
      "F5": {
        "decision": "accept",
        "text": "Include time-pressed families as a prespecified audience in the behavioural test. At £7, positive intent is 62.74% among households with children and high baseline weekday meal pressure versus 47.10% among other classified households: +15.64 points (95% CI 8.01–23.27; Holm p=0.0000584; valid n=267 versus 409). At £10 the figures are 46.23% versus 28.26%: +17.97 points (10.36–25.58; p=0.00000735; n=257 versus 390). This audience constitutes 31.02% of the weighted classified baseline sample, with 2,970 classified and 30 unknown.",
        "reason": "",
        "importance": "secondary"
      },
      "F6": {
        "decision": "accept",
        "text": "Test whether the service earns its price through useful planning support; the diagnostics suggest questions to investigate, not proven conversion mechanisms. Good/very good value falls from 63.21% at £7 to 42.97% at £10 (valid/eligible n=695/720 and 684/709), while easy/very easy affordability falls from 67.15% to 38.21% (699/720 and 690/709). Among routed nonpositive-intent respondents, monthly price is the main reason for 26.84% at £7 and 38.71% at £10 (305/314 and 408/421). At £7, free alternatives account for 23.05% and setup/ongoing effort for 19.13%, so a lower price alone does not address all reported barriers.",
        "reason": "",
        "importance": "secondary"
      },
      "F7": {
        "decision": "accept",
        "text": "The next study must measure payment and subsequent use directly; hypothetical use cannot validate the price proxies. Respondents eligible for the imagined-use question report means of 4.22 days per week at £7 and 4.02 at £10, but valid/eligible bases are only 415/449 and 302/326 because routing admits intent categories 3–5. Nor can the exploratory older, comfortable, paid-planning niche justify a premium-price recommendation: its price-specific valid bases are 20, 15, 20 and 16, all suppressed.",
        "reason": "",
        "importance": "context"
      }
    },
    "beats": {
      "1": {
        "include": true,
        "title": "Advance £7 and £10 as competing behavioural-test candidates",
        "order": 1
      },
      "2": {
        "include": true,
        "title": "Explain the interest sacrificed as price rises",
        "order": 2
      },
      "3": {
        "include": true,
        "title": "Show why assumed costs and missing responses prevent a single-price conclusion",
        "order": 3
      },
      "4": {
        "include": true,
        "title": "Focus test recruitment and investigation on audience interest and perceived value",
        "order": 4
      },
      "5": {
        "include": true,
        "title": "Require observed payment and repeat use before making a market decision",
        "order": 5
      }
    },
    "missed": "",
    "minutes": "",
    "notes": "SOFTWARE QA ONLY. Acceptance here tests export mechanics and is not substantive researcher approval.",
    "approved": true,
    "started_at": "2026-09-22T06:32:30.027Z",
    "approved_at": "2026-09-22T06:32:30.216Z"
  },
  "preparation_review": {
    "baseline": "SOFTWARE QA ONLY: check the preparation/review/export loop. This is not an independent researcher assessment.",
    "prepared": true,
    "revisedEvidence": null,
    "revision": 0
  },
  "qualifications": "The same valid intent bases and responses underpin all scenarios; these are not independent replications. Holm adjustment covers all 18 comparisons jointly. Costs are hypothetical and constant across prices. Contribution proxies are not profits. £13 is lower priority for testing, but its contribution inferiority to the middle prices is not established across scenarios. All-assigned bases are 750 per arm. Zero scoring is a sensitivity convention, not a recoding of missing preferences as rejection. Completion ranges are missing-data ranges, not confidence intervals or actual-demand bounds. Fixed baseline weights do not correct nonresponse; no additional confirmatory financial tests were performed.",
  "chart_table": "tables.contribution_cost_0_5",
  "original_beat": {
    "order": 3,
    "finding_refs": [
      "F3",
      "F4"
    ],
    "headline_intent": "Show why assumed costs and missing responses prevent a single-price conclusion",
    "analytical_relationship": "Scenario and denominator sensitivity qualify the initial recommendation and preserve uncertainty about other candidates.",
    "original_order": 3,
    "original_headline_intent": "Show why assumed costs and missing responses prevent a single-price conclusion"
  },
  "findings": [
    {
      "model_finding_id": "F3",
      "proposition": "Assumed costs change the contribution point leader, without establishing superiority between £7 and £10. At costs of £0.50, £2 and £3 per proxy-positive subscriber-month, valid-case contribution proxies in price order £4/£7/£10/£13 are [£2.339,£3.373,£3.195,£2.477], [£1.337,£2.595,£2.690,£2.180] and [£0.668,£2.076,£2.354,£1.982]. Thus £7 leads at £0.50 cost and £10 at £2 and £3. The corresponding £7-minus-£10 differences are £0.178 (95% CI −£0.254 to £0.611; Holm p=1.000), −£0.096 (−£0.449 to £0.258; p=1.000) and −£0.278 (−£0.580 to £0.023; p=0.418). Both middle prices exceed £4 in all three scenarios after adjustment. Neither exceeds £13 after adjustment at the £2 or £3 costs; at £0.50, £7 exceeds £13 (p=0.00140), while £10 does not (p=0.0623).",
      "evidence_refs": [
        "analysis_results.json#/tables/contribution_cost_0_5/values/valid_case",
        "analysis_results.json#/tables/contribution_cost_2_0/values/valid_case",
        "analysis_results.json#/tables/contribution_cost_3_0/values/valid_case",
        "analysis_results.json#/tables/P4_CONTRIBUTION_SCENARIOS/values"
      ],
      "importance": "primary",
      "claim_strength": "Scenario-dependent point rankings with joint-family adjusted inference.",
      "qualification": "The same valid intent bases and responses underpin all scenarios; these are not independent replications. Holm adjustment covers all 18 comparisons jointly. Costs are hypothetical and constant across prices. Contribution proxies are not profits. £13 is lower priority for testing, but its contribution inferiority to the middle prices is not established across scenarios.",
      "topic_cluster": "cost_sensitivity",
      "original_proposition": "Assumed costs change the contribution point leader, without establishing superiority between £7 and £10. At costs of £0.50, £2 and £3 per proxy-positive subscriber-month, valid-case contribution proxies in price order £4/£7/£10/£13 are [£2.339,£3.373,£3.195,£2.477], [£1.337,£2.595,£2.690,£2.180] and [£0.668,£2.076,£2.354,£1.982]. Thus £7 leads at £0.50 cost and £10 at £2 and £3. The corresponding £7-minus-£10 differences are £0.178 (95% CI −£0.254 to £0.611; Holm p=1.000), −£0.096 (−£0.449 to £0.258; p=1.000) and −£0.278 (−£0.580 to £0.023; p=0.418). Both middle prices exceed £4 in all three scenarios after adjustment. Neither exceeds £13 after adjustment at the £2 or £3 costs; at £0.50, £7 exceeds £13 (p=0.00140), while £10 does not (p=0.0623).",
      "original_importance": "primary",
      "review": {
        "decision": "accept",
        "text": "Assumed costs change the contribution point leader, without establishing superiority between £7 and £10. At costs of £0.50, £2 and £3 per proxy-positive subscriber-month, valid-case contribution proxies in price order £4/£7/£10/£13 are [£2.339,£3.373,£3.195,£2.477], [£1.337,£2.595,£2.690,£2.180] and [£0.668,£2.076,£2.354,£1.982]. Thus £7 leads at £0.50 cost and £10 at £2 and £3. The corresponding £7-minus-£10 differences are £0.178 (95% CI −£0.254 to £0.611; Holm p=1.000), −£0.096 (−£0.449 to £0.258; p=1.000) and −£0.278 (−£0.580 to £0.023; p=0.418). Both middle prices exceed £4 in all three scenarios after adjustment. Neither exceeds £13 after adjustment at the £2 or £3 costs; at £0.50, £7 exceeds £13 (p=0.00140), while £10 does not (p=0.0623).",
        "reason": "",
        "importance": "primary"
      },
      "evidence": [
        {
          "analysis_id": "analysis_results.json#/tables/contribution_cost_0_5/values/valid_case",
          "values": {
            "4": {
              "price_gbp": 4,
              "assumed_variable_cost_gbp": 0.5,
              "estimate_gbp": 2.3392541676035075,
              "variance": 0.004291939800933563,
              "se_gbp": 0.06551289797386133,
              "ci95_gbp": [
                2.210851247051892,
                2.4676570881551227
              ],
              "n_unweighted": 704,
              "n_weighted": 705.8463445232088,
              "n_eff": 655.4087542574765,
              "unit": "GBP per hypothetical household-month; scenario proxy, not observed economics"
            },
            "7": {
              "price_gbp": 7,
              "assumed_variable_cost_gbp": 0.5,
              "estimate_gbp": 3.3732359535742553,
              "variance": 0.01667075740497348,
              "se_gbp": 0.12911528726287017,
              "ci95_gbp": [
                3.1201746406854864,
                3.626297266463024
              ],
              "n_unweighted": 682,
              "n_weighted": 687.595411193906,
              "n_eff": 635.8684886201646,
              "unit": "GBP per hypothetical household-month; scenario proxy, not observed economics"
            },
            "10": {
              "price_gbp": 10,
              "assumed_variable_cost_gbp": 0.5,
              "estimate_gbp": 3.1947948709086504,
              "variance": 0.03194421308057345,
              "se_gbp": 0.17872944100112173,
              "ci95_gbp": [
                2.8444916035694754,
                3.5450981382478255
              ],
              "n_unweighted": 655,
              "n_weighted": 655.9680174120708,
              "n_eff": 610.9377325814341,
              "unit": "GBP per hypothetical household-month; scenario proxy, not observed economics"
            },
            "13": {
              "price_gbp": 13,
              "assumed_variable_cost_gbp": 0.5,
              "estimate_gbp": 2.4772474828908244,
              "variance": 0.03866426392215842,
              "se_gbp": 0.1966323064050219,
              "ci95_gbp": [
                2.091855244139937,
                2.862639721641712
              ],
              "n_unweighted": 633,
              "n_weighted": 632.7519233385228,
              "n_eff": 590.0649455132209,
              "unit": "GBP per hypothetical household-month; scenario proxy, not observed economics"
            }
          }
        },
        {
          "analysis_id": "analysis_results.json#/tables/contribution_cost_2_0/values/valid_case",
          "values": {
            "4": {
              "price_gbp": 4,
              "assumed_variable_cost_gbp": 2,
              "estimate_gbp": 1.3367166672020043,
              "variance": 0.001401449730917082,
              "se_gbp": 0.03743594169934933,
              "ci95_gbp": [
                1.2633435697439384,
                1.4100897646600703
              ],
              "n_unweighted": 704,
              "n_weighted": 705.8463445232088,
              "n_eff": 655.4087542574765,
              "unit": "GBP per hypothetical household-month; scenario proxy, not observed economics"
            },
            "7": {
              "price_gbp": 7,
              "assumed_variable_cost_gbp": 2,
              "estimate_gbp": 2.594796887364812,
              "variance": 0.009864353494067148,
              "se_gbp": 0.09931945174066935,
              "ci95_gbp": [
                2.400134338988836,
                2.789459435740788
              ],
              "n_unweighted": 682,
              "n_weighted": 687.595411193906,
              "n_eff": 635.8684886201646,
              "unit": "GBP per hypothetical household-month; scenario proxy, not observed economics"
            },
            "10": {
              "price_gbp": 10,
              "assumed_variable_cost_gbp": 2,
              "estimate_gbp": 2.6903535755020216,
              "variance": 0.0226529599684953,
              "se_gbp": 0.15050900294831304,
              "ci95_gbp": [
                2.395361350374295,
                2.985345800629748
              ],
              "n_unweighted": 655,
              "n_weighted": 655.9680174120708,
              "n_eff": 610.9377325814341,
              "unit": "GBP per hypothetical household-month; scenario proxy, not observed economics"
            },
            "13": {
              "price_gbp": 13,
              "assumed_variable_cost_gbp": 2,
              "estimate_gbp": 2.1799777849439255,
              "variance": 0.029941605981319484,
              "se_gbp": 0.1730364296364193,
              "ci95_gbp": [
                1.8408326148431444,
                2.5191229550447067
              ],
              "n_unweighted": 633,
              "n_weighted": 632.7519233385228,
              "n_eff": 590.0649455132209,
              "unit": "GBP per hypothetical household-month; scenario proxy, not observed economics"
            }
          }
        },
        {
          "analysis_id": "analysis_results.json#/tables/contribution_cost_3_0/values/valid_case",
          "values": {
            "4": {
              "price_gbp": 4,
              "assumed_variable_cost_gbp": 3,
              "estimate_gbp": 0.6683583336010022,
              "variance": 0.0003503624327292705,
              "se_gbp": 0.018717970849674664,
              "ci95_gbp": [
                0.6316717848719692,
                0.7050448823300351
              ],
              "n_unweighted": 704,
              "n_weighted": 705.8463445232088,
              "n_eff": 655.4087542574765,
              "unit": "GBP per hypothetical household-month; scenario proxy, not observed economics"
            },
            "7": {
              "price_gbp": 7,
              "assumed_variable_cost_gbp": 3,
              "estimate_gbp": 2.0758375098918496,
              "variance": 0.006313186236202975,
              "se_gbp": 0.07945556139253548,
              "ci95_gbp": [
                1.9201074711910688,
                2.23156754859263
              ],
              "n_unweighted": 682,
              "n_weighted": 687.595411193906,
              "n_eff": 635.8684886201646,
              "unit": "GBP per hypothetical household-month; scenario proxy, not observed economics"
            },
            "10": {
              "price_gbp": 10,
              "assumed_variable_cost_gbp": 3,
              "estimate_gbp": 2.3540593785642687,
              "variance": 0.017343672475879215,
              "se_gbp": 0.1316953775797739,
              "ci95_gbp": [
                2.0959411815775084,
                2.612177575551029
              ],
              "n_unweighted": 655,
              "n_weighted": 655.9680174120708,
              "n_eff": 610.9377325814341,
              "unit": "GBP per hypothetical household-month; scenario proxy, not observed economics"
            },
            "13": {
              "price_gbp": 13,
              "assumed_variable_cost_gbp": 3,
              "estimate_gbp": 1.9817979863126594,
              "variance": 0.024745128910181394,
              "se_gbp": 0.15730584512401755,
              "ci95_gbp": [
                1.6734841953119493,
                2.2901117773133692
              ],
              "n_unweighted": 633,
              "n_weighted": 632.7519233385228,
              "n_eff": 590.0649455132209,
              "unit": "GBP per hypothetical household-month; scenario proxy, not observed economics"
            }
          }
        },
        {
          "analysis_id": "analysis_results.json#/tables/P4_CONTRIBUTION_SCENARIOS/values",
          "values": {
            "4_minus_7_cost_0_5": {
              "status": "reportable",
              "estimate": -1.0339817859707479,
              "se": 0.14478500338746084,
              "ci95": [
                -1.3177551781116807,
                -0.750208393829815
              ],
              "p_raw": 9.231934047781167e-13,
              "group_a_base": {
                "n_unweighted": 704,
                "n_weighted": 705.8463445232088,
                "n_eff": 655.4087542574765
              },
              "group_b_base": {
                "n_unweighted": 682,
                "n_weighted": 687.595411193906,
                "n_eff": 635.8684886201646
              },
              "price_a": 4,
              "price_b": 7,
              "unit": "GBP_proxy",
              "assumed_cost_gbp": 0.5,
              "p_holm": 1.2001514262115516e-11,
              "family": "P4_CONTRIBUTION_SCENARIOS",
              "family_size": 18
            },
            "4_minus_10_cost_0_5": {
              "status": "reportable",
              "estimate": -0.855540703305143,
              "se": 0.1903579598585439,
              "ci95": [
                -1.2286354487984104,
                -0.4824459578118756
              ],
              "p_raw": 0.000006977345988769954,
              "group_a_base": {
                "n_unweighted": 704,
                "n_weighted": 705.8463445232088,
                "n_eff": 655.4087542574765
              },
              "group_b_base": {
                "n_unweighted": 655,
                "n_weighted": 655.9680174120708,
                "n_eff": 610.9377325814341
              },
              "price_a": 4,
              "price_b": 10,
              "unit": "GBP_proxy",
              "assumed_cost_gbp": 0.5,
              "p_holm": 0.0000767508058764695,
              "family": "P4_CONTRIBUTION_SCENARIOS",
              "family_size": 18
            },
            "4_minus_13_cost_0_5": {
              "status": "reportable",
              "estimate": -0.13799331528731695,
              "se": 0.20725878442925402,
              "ci95": [
                -0.5442130682482058,
                0.26822643767357185
              ],
              "p_raw": 0.505537659895828,
              "group_a_base": {
                "n_unweighted": 704,
                "n_weighted": 705.8463445232088,
                "n_eff": 655.4087542574765
              },
              "group_b_base": {
                "n_unweighted": 633,
                "n_weighted": 632.7519233385228,
                "n_eff": 590.0649455132209
              },
              "price_a": 4,
              "price_b": 13,
              "unit": "GBP_proxy",
              "assumed_cost_gbp": 0.5,
              "p_holm": 1,
              "family": "P4_CONTRIBUTION_SCENARIOS",
              "family_size": 18
            },
            "7_minus_10_cost_0_5": {
              "status": "reportable",
              "estimate": 0.17844108266560488,
              "se": 0.22048802798688852,
              "ci95": [
                -0.2537075112109561,
                0.6105896765421659
              ],
              "p_raw": 0.4183422890534095,
              "group_a_base": {
                "n_unweighted": 682,
                "n_weighted": 687.595411193906,
                "n_eff": 635.8684886201646
              },
              "group_b_base": {
                "n_unweighted": 655,
                "n_weighted": 655.9680174120708,
                "n_eff": 610.9377325814341
              },
              "price_a": 7,
              "price_b": 10,
              "unit": "GBP_proxy",
              "assumed_cost_gbp": 0.5,
              "p_holm": 1,
              "family": "P4_CONTRIBUTION_SCENARIOS",
              "family_size": 18
            },
            "7_minus_13_cost_0_5": {
              "status": "reportable",
              "estimate": 0.8959884706834309,
              "se": 0.23523397145636066,
              "ci95": [
                0.43493835868864095,
                1.357038582678221
              ],
              "p_raw": 0.00013957248353414865,
              "group_a_base": {
                "n_unweighted": 682,
                "n_weighted": 687.595411193906,
                "n_eff": 635.8684886201646
              },
              "group_b_base": {
                "n_unweighted": 633,
                "n_weighted": 632.7519233385228,
                "n_eff": 590.0649455132209
              },
              "price_a": 7,
              "price_b": 13,
              "unit": "GBP_proxy",
              "assumed_cost_gbp": 0.5,
              "p_holm": 0.0013957248353414864,
              "family": "P4_CONTRIBUTION_SCENARIOS",
              "family_size": 18
            },
            "10_minus_13_cost_0_5": {
              "status": "reportable",
              "estimate": 0.717547388017826,
              "se": 0.2657225564432419,
              "ci95": [
                0.19674074750916026,
                1.2383540285264918
              ],
              "p_raw": 0.006926383493763232,
              "group_a_base": {
                "n_unweighted": 655,
                "n_weighted": 655.9680174120708,
                "n_eff": 610.9377325814341
              },
              "group_b_base": {
                "n_unweighted": 633,
                "n_weighted": 632.7519233385228,
                "n_eff": 590.0649455132209
              },
              "price_a": 10,
              "price_b": 13,
              "unit": "GBP_proxy",
              "assumed_cost_gbp": 0.5,
              "p_holm": 0.06233745144386909,
              "family": "P4_CONTRIBUTION_SCENARIOS",
              "family_size": 18
            },
            "4_minus_7_cost_2_0": {
              "status": "reportable",
              "estimate": -1.2580802201628076,
              "se": 0.10614048815124336,
              "ci95": [
                -1.466111754240745,
                -1.0500486860848703
              ],
              "p_raw": 2.0769211202712326e-32,
              "group_a_base": {
                "n_unweighted": 704,
                "n_weighted": 705.8463445232088,
                "n_eff": 655.4087542574765
              },
              "group_b_base": {
                "n_unweighted": 682,
                "n_weighted": 687.595411193906,
                "n_eff": 635.8684886201646
              },
              "price_a": 4,
              "price_b": 7,
              "unit": "GBP_proxy",
              "assumed_cost_gbp": 2,
              "p_holm": 3.323073792433972e-31,
              "family": "P4_CONTRIBUTION_SCENARIOS",
              "family_size": 18
            },
            "4_minus_10_cost_2_0": {
              "status": "reportable",
              "estimate": -1.3536369083000173,
              "se": 0.15509484098258197,
              "ci95": [
                -1.6576172108138447,
                -1.0496566057861898
              ],
              "p_raw": 2.5967203751609666e-18,
              "group_a_base": {
                "n_unweighted": 704,
                "n_weighted": 705.8463445232088,
                "n_eff": 655.4087542574765
              },
              "group_b_base": {
                "n_unweighted": 655,
                "n_weighted": 655.9680174120708,
                "n_eff": 610.9377325814341
              },
              "price_a": 4,
              "price_b": 10,
              "unit": "GBP_proxy",
              "assumed_cost_gbp": 2,
              "p_holm": 3.89508056274145e-17,
              "family": "P4_CONTRIBUTION_SCENARIOS",
              "family_size": 18
            },
            "4_minus_13_cost_2_0": {
              "status": "reportable",
              "estimate": -0.8432611177419211,
              "se": 0.17703970094935362,
              "ci95": [
                -1.1902525554363959,
                -0.4962696800474464
              ],
              "p_raw": 0.0000019062359185087057,
              "group_a_base": {
                "n_unweighted": 704,
                "n_weighted": 705.8463445232088,
                "n_eff": 655.4087542574765
              },
              "group_b_base": {
                "n_unweighted": 633,
                "n_weighted": 632.7519233385228,
                "n_eff": 590.0649455132209
              },
              "price_a": 4,
              "price_b": 13,
              "unit": "GBP_proxy",
              "assumed_cost_gbp": 2,
              "p_holm": 0.000022874831022104468,
              "family": "P4_CONTRIBUTION_SCENARIOS",
              "family_size": 18
            },
            "7_minus_10_cost_2_0": {
              "status": "reportable",
              "estimate": -0.09555668813720963,
              "se": 0.18032557628512505,
              "ci95": [
                -0.4489883231474848,
                0.25787494687306556
              ],
              "p_raw": 0.596172940514446,
              "group_a_base": {
                "n_unweighted": 682,
                "n_weighted": 687.595411193906,
                "n_eff": 635.8684886201646
              },
              "group_b_base": {
                "n_unweighted": 655,
                "n_weighted": 655.9680174120708,
                "n_eff": 610.9377325814341
              },
              "price_a": 7,
              "price_b": 10,
              "unit": "GBP_proxy",
              "assumed_cost_gbp": 2,
              "p_holm": 1,
              "family": "P4_CONTRIBUTION_SCENARIOS",
              "family_size": 18
            },
            "7_minus_13_cost_2_0": {
              "status": "reportable",
              "estimate": 0.4148191024208865,
              "se": 0.19951430894897396,
              "ci95": [
                0.023778242480500145,
                0.8058599623612728
              ],
              "p_raw": 0.03760405982754606,
              "group_a_base": {
                "n_unweighted": 682,
                "n_weighted": 687.595411193906,
                "n_eff": 635.8684886201646
              },
              "group_b_base": {
                "n_unweighted": 633,
                "n_weighted": 632.7519233385228,
                "n_eff": 590.0649455132209
              },
              "price_a": 7,
              "price_b": 13,
              "unit": "GBP_proxy",
              "assumed_cost_gbp": 2,
              "p_holm": 0.26322841879282244,
              "family": "P4_CONTRIBUTION_SCENARIOS",
              "family_size": 18
            },
            "10_minus_13_cost_2_0": {
              "status": "reportable",
              "estimate": 0.5103757905580961,
              "se": 0.2293350517252319,
              "ci95": [
                0.06088734878401125,
                0.959864232332181
              ],
              "p_raw": 0.026050430145145544,
              "group_a_base": {
                "n_unweighted": 655,
                "n_weighted": 655.9680174120708,
                "n_eff": 610.9377325814341
              },
              "group_b_base": {
                "n_unweighted": 633,
                "n_weighted": 632.7519233385228,
                "n_eff": 590.0649455132209
              },
              "price_a": 10,
              "price_b": 13,
              "unit": "GBP_proxy",
              "assumed_cost_gbp": 2,
              "p_holm": 0.20840344116116435,
              "family": "P4_CONTRIBUTION_SCENARIOS",
              "family_size": 18
            },
            "4_minus_7_cost_3_0": {
              "status": "reportable",
              "estimate": -1.4074791762908474,
              "se": 0.08163056210104305,
              "ci95": [
                -1.567472138046652,
                -1.2474862145350427
              ],
              "p_raw": 1.2837606215116062e-66,
              "group_a_base": {
                "n_unweighted": 704,
                "n_weighted": 705.8463445232088,
                "n_eff": 655.4087542574765
              },
              "group_b_base": {
                "n_unweighted": 682,
                "n_weighted": 687.595411193906,
                "n_eff": 635.8684886201646
              },
              "price_a": 4,
              "price_b": 7,
              "unit": "GBP_proxy",
              "assumed_cost_gbp": 3,
              "p_holm": 2.310769118720891e-65,
              "family": "P4_CONTRIBUTION_SCENARIOS",
              "family_size": 18
            },
            "4_minus_10_cost_3_0": {
              "status": "reportable",
              "estimate": -1.6857010449632666,
              "se": 0.13301892688113404,
              "ci95": [
                -1.9464133509124562,
                -1.424988739014077
              ],
              "p_raw": 8.38437527418458e-37,
              "group_a_base": {
                "n_unweighted": 704,
                "n_weighted": 705.8463445232088,
                "n_eff": 655.4087542574765
              },
              "group_b_base": {
                "n_unweighted": 655,
                "n_weighted": 655.9680174120708,
                "n_eff": 610.9377325814341
              },
              "price_a": 4,
              "price_b": 10,
              "unit": "GBP_proxy",
              "assumed_cost_gbp": 3,
              "p_holm": 1.4253437966113787e-35,
              "family": "P4_CONTRIBUTION_SCENARIOS",
              "family_size": 18
            },
            "4_minus_13_cost_3_0": {
              "status": "reportable",
              "estimate": -1.3134396527116572,
              "se": 0.15841556534290013,
              "ci95": [
                -1.623928455374293,
                -1.0029508500490214
              ],
              "p_raw": 1.1220376074997614e-16,
              "group_a_base": {
                "n_unweighted": 704,
                "n_weighted": 705.8463445232088,
                "n_eff": 655.4087542574765
              },
              "group_b_base": {
                "n_unweighted": 633,
                "n_weighted": 632.7519233385228,
                "n_eff": 590.0649455132209
              },
              "price_a": 4,
              "price_b": 13,
              "unit": "GBP_proxy",
              "assumed_cost_gbp": 3,
              "p_holm": 1.570852650499666e-15,
              "family": "P4_CONTRIBUTION_SCENARIOS",
              "family_size": 18
            },
            "7_minus_10_cost_3_0": {
              "status": "reportable",
              "estimate": -0.27822186867241916,
              "se": 0.1538078629722232,
              "ci95": [
                -0.5796797406370484,
                0.023236003292210095
              ],
              "p_raw": 0.07046772713372364,
              "group_a_base": {
                "n_unweighted": 682,
                "n_weighted": 687.595411193906,
                "n_eff": 635.8684886201646
              },
              "group_b_base": {
                "n_unweighted": 655,
                "n_weighted": 655.9680174120708,
                "n_eff": 610.9377325814341
              },
              "price_a": 7,
              "price_b": 10,
              "unit": "GBP_proxy",
              "assumed_cost_gbp": 3,
              "p_holm": 0.4175748302354787,
              "family": "P4_CONTRIBUTION_SCENARIOS",
              "family_size": 18
            },
            "7_minus_13_cost_3_0": {
              "status": "reportable",
              "estimate": 0.09403952357919021,
              "se": 0.17623369469651476,
              "ci95": [
                -0.25137217088840624,
                0.43945121804678666
              ],
              "p_raw": 0.5936135016876278,
              "group_a_base": {
                "n_unweighted": 682,
                "n_weighted": 687.595411193906,
                "n_eff": 635.8684886201646
              },
              "group_b_base": {
                "n_unweighted": 633,
                "n_weighted": 632.7519233385228,
                "n_eff": 590.0649455132209
              },
              "price_a": 7,
              "price_b": 13,
              "unit": "GBP_proxy",
              "assumed_cost_gbp": 3,
              "p_holm": 1,
              "family": "P4_CONTRIBUTION_SCENARIOS",
              "family_size": 18
            },
            "10_minus_13_cost_3_0": {
              "status": "reportable",
              "estimate": 0.37226139225160937,
              "se": 0.20515555411945496,
              "ci95": [
                -0.0298361050508803,
                0.774358889554099
              ],
              "p_raw": 0.06959580503924645,
              "group_a_base": {
                "n_unweighted": 655,
                "n_weighted": 655.9680174120708,
                "n_eff": 610.9377325814341
              },
              "group_b_base": {
                "n_unweighted": 633,
                "n_weighted": 632.7519233385228,
                "n_eff": 590.0649455132209
              },
              "price_a": 10,
              "price_b": 13,
              "unit": "GBP_proxy",
              "assumed_cost_gbp": 3,
              "p_holm": 0.4175748302354787,
              "family": "P4_CONTRIBUTION_SCENARIOS",
              "family_size": 18
            }
          }
        }
      ]
    },
    {
      "model_finding_id": "F4",
      "proposition": "Missing responses materially qualify the financial ranking, although the recorded-interest gradient persists. Weighted nonvalid intent shares increase across £4/£7/£10/£13: 5.58%, 8.99%, 12.35%, 15.46%. Conservatively scoring every nonvalid response as zero gives recorded-positive yields of 63.11%, 47.23%, 29.48%, 16.75%; all six P2 contrasts remain significant after Holm adjustment. For £7 versus £10 the difference is 17.76 points (95% CI 12.79–22.72; p=7.33e−12). At the £2 cost, all-assigned contribution proxies are almost identical at £7 and £10: £2.362 (95% CI £2.177–£2.546) versus £2.358 (£2.092–£2.624), reversing the small valid-case numerical lead. Logical completion ranges for positive intent are [63.11%,68.69%], [47.23%,56.22%], [29.48%,41.83%], [16.75%,32.22%].",
      "evidence_refs": [
        "analysis_results.json#/tables/intent_by_price/values",
        "analysis_results.json#/tables/P2_ALL_ASSIGNED_INTENT/values",
        "analysis_results.json#/tables/contribution_cost_2_0/values/all_assigned",
        "analysis_results.json#/tables/postprice_responded/values/by_price"
      ],
      "importance": "primary",
      "claim_strength": "Prespecified sensitivity supports the recorded-interest ordering and demonstrates financial ranking fragility.",
      "qualification": "All-assigned bases are 750 per arm. Zero scoring is a sensitivity convention, not a recoding of missing preferences as rejection. Completion ranges are missing-data ranges, not confidence intervals or actual-demand bounds. Fixed baseline weights do not correct nonresponse; no additional confirmatory financial tests were performed.",
      "topic_cluster": "response_uncertainty",
      "original_proposition": "Missing responses materially qualify the financial ranking, although the recorded-interest gradient persists. Weighted nonvalid intent shares increase across £4/£7/£10/£13: 5.58%, 8.99%, 12.35%, 15.46%. Conservatively scoring every nonvalid response as zero gives recorded-positive yields of 63.11%, 47.23%, 29.48%, 16.75%; all six P2 contrasts remain significant after Holm adjustment. For £7 versus £10 the difference is 17.76 points (95% CI 12.79–22.72; p=7.33e−12). At the £2 cost, all-assigned contribution proxies are almost identical at £7 and £10: £2.362 (95% CI £2.177–£2.546) versus £2.358 (£2.092–£2.624), reversing the small valid-case numerical lead. Logical completion ranges for positive intent are [63.11%,68.69%], [47.23%,56.22%], [29.48%,41.83%], [16.75%,32.22%].",
      "original_importance": "primary",
      "review": {
        "decision": "accept",
        "text": "Missing responses materially qualify the financial ranking, although the recorded-interest gradient persists. Weighted nonvalid intent shares increase across £4/£7/£10/£13: 5.58%, 8.99%, 12.35%, 15.46%. Conservatively scoring every nonvalid response as zero gives recorded-positive yields of 63.11%, 47.23%, 29.48%, 16.75%; all six P2 contrasts remain significant after Holm adjustment. For £7 versus £10 the difference is 17.76 points (95% CI 12.79–22.72; p=7.33e−12). At the £2 cost, all-assigned contribution proxies are almost identical at £7 and £10: £2.362 (95% CI £2.177–£2.546) versus £2.358 (£2.092–£2.624), reversing the small valid-case numerical lead. Logical completion ranges for positive intent are [63.11%,68.69%], [47.23%,56.22%], [29.48%,41.83%], [16.75%,32.22%].",
        "reason": "",
        "importance": "primary"
      },
      "evidence": [
        {
          "analysis_id": "analysis_results.json#/tables/intent_by_price/values",
          "values": {
            "4": {
              "valid_case": {
                "n_unweighted": 704,
                "n_weighted": 705.8463445232088,
                "n_eff": 655.4087542574765,
                "eligible_n": 750,
                "eligible_weighted_n": 747.562763561615,
                "eligible_n_eff": 698.1689620695034,
                "observed_valid_base": {
                  "n_unweighted": 704,
                  "n_weighted": 705.8463445232088,
                  "n_eff": 655.4087542574765
                },
                "module_eligible_base": {
                  "n_unweighted": 733,
                  "n_weighted": 733.256752467466,
                  "n_eff": 682.4545830587651
                },
                "missing_counts": {
                  "97": 19,
                  "98": 7,
                  "99": 3,
                  "structural_blank": 17
                },
                "nonvalid_weighted_share": 0.055803232948169704,
                "status": "reportable",
                "estimand": "valid_case_stated_intent",
                "mean": 0.6683583336010022,
                "pct": 66.83583336010021,
                "variance": 0.0003503624327292705,
                "se": 0.018717970849674664,
                "ci95_pct": [
                  63.16717848719692,
                  70.50448823300351
                ],
                "distribution_pct": {
                  "1": 10.981916294607009,
                  "2": 10.4390839302348,
                  "3": 11.743166415057978,
                  "4": 23.95528860052035,
                  "5": 42.88054475957986
                }
              },
              "all_assigned": {
                "n_unweighted": 750,
                "n_weighted": 747.562763561615,
                "n_eff": 698.1689620695034,
                "eligible_n": 750,
                "eligible_weighted_n": 747.562763561615,
                "eligible_n_eff": 698.1689620695034,
                "observed_valid_base": {
                  "n_unweighted": 704,
                  "n_weighted": 705.8463445232088,
                  "n_eff": 655.4087542574765
                },
                "module_eligible_base": {
                  "n_unweighted": 733,
                  "n_weighted": 733.256752467466,
                  "n_eff": 682.4545830587651
                },
                "missing_counts": {
                  "97": 19,
                  "98": 7,
                  "99": 3,
                  "structural_blank": 17
                },
                "nonvalid_weighted_share": 0.055803232948169704,
                "status": "reportable",
                "estimand": "all_assigned_recorded_positive_sensitivity",
                "mean": 0.6310617778182148,
                "pct": 63.10617778182148,
                "variance": 0.000340656249640821,
                "se": 0.018456875402971678,
                "ci95_pct": [
                  59.48869667612471,
                  66.72365888751825
                ],
                "completion_bounds": [
                  0.6310617778182148,
                  0.6868650107663845
                ],
                "completion_bounds_pct": [
                  63.10617778182148,
                  68.68650107663845
                ]
              }
            },
            "7": {
              "valid_case": {
                "n_unweighted": 682,
                "n_weighted": 687.595411193906,
                "n_eff": 635.8684886201646,
                "eligible_n": 750,
                "eligible_weighted_n": 755.5206239325285,
                "eligible_n_eff": 699.0881709707758,
                "observed_valid_base": {
                  "n_unweighted": 682,
                  "n_weighted": 687.595411193906,
                  "n_eff": 635.8684886201646
                },
                "module_eligible_base": {
                  "n_unweighted": 720,
                  "n_weighted": 725.9110352020074,
                  "n_eff": 671.4508282834634
                },
                "missing_counts": {
                  "97": 25,
                  "98": 9,
                  "99": 4,
                  "structural_blank": 30
                },
                "nonvalid_weighted_share": 0.08990517344856562,
                "status": "reportable",
                "estimand": "valid_case_stated_intent",
                "mean": 0.5189593774729624,
                "pct": 51.89593774729624,
                "variance": 0.00039457413976268593,
                "se": 0.01986389034813387,
                "ci95_pct": [
                  48.002686779776724,
                  55.78918871481575
                ],
                "distribution_pct": {
                  "1": 18.96597203903983,
                  "2": 17.103007122131363,
                  "3": 12.035083091532577,
                  "4": 26.876154049063572,
                  "5": 25.019783698232658
                }
              },
              "all_assigned": {
                "n_unweighted": 750,
                "n_weighted": 755.5206239325285,
                "n_eff": 699.0881709707758,
                "eligible_n": 750,
                "eligible_weighted_n": 755.5206239325285,
                "eligible_n_eff": 699.0881709707758,
                "observed_valid_base": {
                  "n_unweighted": 682,
                  "n_weighted": 687.595411193906,
                  "n_eff": 635.8684886201646
                },
                "module_eligible_base": {
                  "n_unweighted": 720,
                  "n_weighted": 725.9110352020074,
                  "n_eff": 671.4508282834634
                },
                "missing_counts": {
                  "97": 25,
                  "98": 9,
                  "99": 4,
                  "structural_blank": 30
                },
                "nonvalid_weighted_share": 0.08990517344856562,
                "status": "reportable",
                "estimand": "all_assigned_recorded_positive_sensitivity",
                "mean": 0.47230224462849596,
                "pct": 47.2302244628496,
                "variance": 0.0003553153119539378,
                "se": 0.01884980933468394,
                "ci95_pct": [
                  43.53572972170685,
                  50.92471920399234
                ],
                "completion_bounds": [
                  0.47230224462849596,
                  0.5622074180770615
                ],
                "completion_bounds_pct": [
                  47.2302244628496,
                  56.220741807706155
                ]
              }
            },
            "10": {
              "valid_case": {
                "n_unweighted": 655,
                "n_weighted": 655.9680174120708,
                "n_eff": 610.9377325814341,
                "eligible_n": 750,
                "eligible_weighted_n": 748.4242983026256,
                "eligible_n_eff": 698.452392352011,
                "observed_valid_base": {
                  "n_unweighted": 655,
                  "n_weighted": 655.9680174120708,
                  "n_eff": 610.9377325814341
                },
                "module_eligible_base": {
                  "n_unweighted": 709,
                  "n_weighted": 711.9224316440201,
                  "n_eff": 660.5734536004774
                },
                "missing_counts": {
                  "97": 45,
                  "98": 4,
                  "99": 5,
                  "structural_blank": 41
                },
                "nonvalid_weighted_share": 0.12353457938263006,
                "status": "reportable",
                "estimand": "valid_case_stated_intent",
                "mean": 0.3362941969377527,
                "pct": 33.62941969377527,
                "variance": 0.0003539524995077391,
                "se": 0.01881362536853913,
                "ci95_pct": [
                  29.94201687967869,
                  37.31682250787185
                ],
                "distribution_pct": {
                  "1": 33.43586907683268,
                  "2": 19.47603082984827,
                  "3": 13.458680399543773,
                  "4": 17.24674247399163,
                  "5": 16.382677219783638
                }
              },
              "all_assigned": {
                "n_unweighted": 750,
                "n_weighted": 748.4242983026256,
                "n_eff": 698.452392352011,
                "eligible_n": 750,
                "eligible_weighted_n": 748.4242983026256,
                "eligible_n_eff": 698.452392352011,
                "observed_valid_base": {
                  "n_unweighted": 655,
                  "n_weighted": 655.9680174120708,
                  "n_eff": 610.9377325814341
                },
                "module_eligible_base": {
                  "n_unweighted": 709,
                  "n_weighted": 711.9224316440201,
                  "n_eff": 660.5734536004774
                },
                "missing_counts": {
                  "97": 45,
                  "98": 4,
                  "99": 5,
                  "structural_blank": 41
                },
                "nonvalid_weighted_share": 0.12353457938263006,
                "status": "reportable",
                "estimand": "all_assigned_recorded_positive_sensitivity",
                "mean": 0.29475023477022816,
                "pct": 29.475023477022816,
                "variance": 0.0002868616228937925,
                "se": 0.016936989782537878,
                "ci95_pct": [
                  26.155434478993104,
                  32.794612475052524
                ],
                "completion_bounds": [
                  0.29475023477022816,
                  0.41828481415285823
                ],
                "completion_bounds_pct": [
                  29.475023477022816,
                  41.82848141528582
                ]
              }
            },
            "13": {
              "valid_case": {
                "n_unweighted": 633,
                "n_weighted": 632.7519233385228,
                "n_eff": 590.0649455132209,
                "eligible_n": 750,
                "eligible_weighted_n": 748.4923142032318,
                "eligible_n_eff": 698.3255653626933,
                "observed_valid_base": {
                  "n_unweighted": 633,
                  "n_weighted": 632.7519233385228,
                  "n_eff": 590.0649455132209
                },
                "module_eligible_base": {
                  "n_unweighted": 719,
                  "n_weighted": 718.6786777708925,
                  "n_eff": 669.5018919190835
                },
                "missing_counts": {
                  "97": 67,
                  "98": 8,
                  "99": 11,
                  "structural_blank": 31
                },
                "nonvalid_weighted_share": 0.15463136851032896,
                "status": "reportable",
                "estimand": "valid_case_stated_intent",
                "mean": 0.19817979863126595,
                "pct": 19.817979863126595,
                "variance": 0.0002474512891018139,
                "se": 0.015730584512401755,
                "ci95_pct": [
                  16.734841953119496,
                  22.901117773133695
                ],
                "distribution_pct": {
                  "1": 55.806370704790574,
                  "2": 18.22351212870401,
                  "3": 6.152137303378838,
                  "4": 12.7342434340177,
                  "5": 7.083736429108891
                }
              },
              "all_assigned": {
                "n_unweighted": 750,
                "n_weighted": 748.4923142032318,
                "n_eff": 698.3255653626933,
                "eligible_n": 750,
                "eligible_weighted_n": 748.4923142032318,
                "eligible_n_eff": 698.3255653626933,
                "observed_valid_base": {
                  "n_unweighted": 633,
                  "n_weighted": 632.7519233385228,
                  "n_eff": 590.0649455132209
                },
                "module_eligible_base": {
                  "n_unweighted": 719,
                  "n_weighted": 718.6786777708925,
                  "n_eff": 669.5018919190835
                },
                "missing_counts": {
                  "97": 67,
                  "98": 8,
                  "99": 11,
                  "structural_blank": 31
                },
                "nonvalid_weighted_share": 0.15463136851032896,
                "status": "reportable",
                "estimand": "all_assigned_recorded_positive_sensitivity",
                "mean": 0.16753498515781182,
                "pct": 16.75349851578118,
                "variance": 0.00018252740427371865,
                "se": 0.013510270325708463,
                "ci95_pct": [
                  14.105534189802299,
                  19.401462841760065
                ],
                "completion_bounds": [
                  0.16753498515781182,
                  0.3221663536681408
                ],
                "completion_bounds_pct": [
                  16.75349851578118,
                  32.21663536681408
                ]
              }
            }
          }
        },
        {
          "analysis_id": "analysis_results.json#/tables/P2_ALL_ASSIGNED_INTENT/values",
          "values": {
            "4_minus_7": {
              "status": "reportable",
              "estimate": 15.875953318971886,
              "se": 2.6381272933555704,
              "ci95": [
                10.705318837362835,
                21.046587800580937
              ],
              "p_raw": 1.7670790451132992e-9,
              "group_a_base": {
                "n_unweighted": 750,
                "n_weighted": 747.562763561615,
                "n_eff": 698.1689620695034
              },
              "group_b_base": {
                "n_unweighted": 750,
                "n_weighted": 755.5206239325285,
                "n_eff": 699.0881709707758
              },
              "price_a": 4,
              "price_b": 7,
              "unit": "percentage_points",
              "assumed_cost_gbp": null,
              "p_holm": 3.5341580902265984e-9,
              "family": "P2_ALL_ASSIGNED_INTENT",
              "family_size": 6
            },
            "4_minus_10": {
              "status": "reportable",
              "estimate": 33.63115430479866,
              "se": 2.505030683513904,
              "ci95": [
                28.721384384943658,
                38.54092422465367
              ],
              "p_raw": 4.289934952900564e-41,
              "group_a_base": {
                "n_unweighted": 750,
                "n_weighted": 747.562763561615,
                "n_eff": 698.1689620695034
              },
              "group_b_base": {
                "n_unweighted": 750,
                "n_weighted": 748.4242983026256,
                "n_eff": 698.452392352011
              },
              "price_a": 4,
              "price_b": 10,
              "unit": "percentage_points",
              "assumed_cost_gbp": null,
              "p_holm": 2.144967476450282e-40,
              "family": "P2_ALL_ASSIGNED_INTENT",
              "family_size": 6
            },
            "4_minus_13": {
              "status": "reportable",
              "estimate": 46.3526792660403,
              "se": 2.287320821211007,
              "ci95": [
                41.86961283537814,
                50.83574569670245
              ],
              "p_raw": 2.616750103096848e-91,
              "group_a_base": {
                "n_unweighted": 750,
                "n_weighted": 747.562763561615,
                "n_eff": 698.1689620695034
              },
              "group_b_base": {
                "n_unweighted": 750,
                "n_weighted": 748.4923142032318,
                "n_eff": 698.3255653626933
              },
              "price_a": 4,
              "price_b": 13,
              "unit": "percentage_points",
              "assumed_cost_gbp": null,
              "p_holm": 1.5700500618581087e-90,
              "family": "P2_ALL_ASSIGNED_INTENT",
              "family_size": 6
            },
            "7_minus_10": {
              "status": "reportable",
              "estimate": 17.75520098582678,
              "se": 2.534121020882251,
              "ci95": [
                12.788415052431692,
                22.721986919221866
              ],
              "p_raw": 2.4443482290638503e-12,
              "group_a_base": {
                "n_unweighted": 750,
                "n_weighted": 755.5206239325285,
                "n_eff": 699.0881709707758
              },
              "group_b_base": {
                "n_unweighted": 750,
                "n_weighted": 748.4242983026256,
                "n_eff": 698.452392352011
              },
              "price_a": 7,
              "price_b": 10,
              "unit": "percentage_points",
              "assumed_cost_gbp": null,
              "p_holm": 7.333044687191551e-12,
              "family": "P2_ALL_ASSIGNED_INTENT",
              "family_size": 6
            },
            "7_minus_13": {
              "status": "reportable",
              "estimate": 30.476725947068417,
              "se": 2.3191436269184718,
              "ci95": [
                25.931287963332615,
                35.02216393080422
              ],
              "p_raw": 1.907401646010758e-39,
              "group_a_base": {
                "n_unweighted": 750,
                "n_weighted": 755.5206239325285,
                "n_eff": 699.0881709707758
              },
              "group_b_base": {
                "n_unweighted": 750,
                "n_weighted": 748.4923142032318,
                "n_eff": 698.3255653626933
              },
              "price_a": 7,
              "price_b": 13,
              "unit": "percentage_points",
              "assumed_cost_gbp": null,
              "p_holm": 7.629606584043033e-39,
              "family": "P2_ALL_ASSIGNED_INTENT",
              "family_size": 6
            },
            "10_minus_13": {
              "status": "reportable",
              "estimate": 12.721524961241634,
              "se": 2.166538776868559,
              "ci95": [
                8.475186987469797,
                16.96786293501347
              ],
              "p_raw": 4.310375228706006e-9,
              "group_a_base": {
                "n_unweighted": 750,
                "n_weighted": 748.4242983026256,
                "n_eff": 698.452392352011
              },
              "group_b_base": {
                "n_unweighted": 750,
                "n_weighted": 748.4923142032318,
                "n_eff": 698.3255653626933
              },
              "price_a": 10,
              "price_b": 13,
              "unit": "percentage_points",
              "assumed_cost_gbp": null,
              "p_holm": 4.310375228706006e-9,
              "family": "P2_ALL_ASSIGNED_INTENT",
              "family_size": 6
            }
          }
        },
        {
          "analysis_id": "analysis_results.json#/tables/contribution_cost_2_0/values/all_assigned",
          "values": {
            "4": {
              "price_gbp": 4,
              "assumed_variable_cost_gbp": 2,
              "estimate_gbp": 1.2621235556364296,
              "variance": 0.001362624998563284,
              "se_gbp": 0.036913750805943356,
              "ci95_gbp": [
                1.1897739335224942,
                1.3344731777503651
              ],
              "n_unweighted": 750,
              "n_weighted": 747.562763561615,
              "n_eff": 698.1689620695034,
              "unit": "GBP per hypothetical household-month; scenario proxy, not observed economics"
            },
            "7": {
              "price_gbp": 7,
              "assumed_variable_cost_gbp": 2,
              "estimate_gbp": 2.3615112231424797,
              "variance": 0.008882882798848446,
              "se_gbp": 0.0942490466734197,
              "ci95_gbp": [
                2.1767864860853425,
                2.546235960199617
              ],
              "n_unweighted": 750,
              "n_weighted": 755.5206239325285,
              "n_eff": 699.0881709707758,
              "unit": "GBP per hypothetical household-month; scenario proxy, not observed economics"
            },
            "10": {
              "price_gbp": 10,
              "assumed_variable_cost_gbp": 2,
              "estimate_gbp": 2.3580018781618253,
              "variance": 0.01835914386520272,
              "se_gbp": 0.13549591826030302,
              "ci95_gbp": [
                2.0924347583194485,
                2.623568998004202
              ],
              "n_unweighted": 750,
              "n_weighted": 748.4242983026256,
              "n_eff": 698.452392352011,
              "unit": "GBP per hypothetical household-month; scenario proxy, not observed economics"
            },
            "13": {
              "price_gbp": 13,
              "assumed_variable_cost_gbp": 2,
              "estimate_gbp": 1.84288483673593,
              "variance": 0.022085815917119958,
              "se_gbp": 0.1486129735827931,
              "ci95_gbp": [
                1.5516087608782532,
                2.134160912593607
              ],
              "n_unweighted": 750,
              "n_weighted": 748.4923142032318,
              "n_eff": 698.3255653626933,
              "unit": "GBP per hypothetical household-month; scenario proxy, not observed economics"
            }
          }
        },
        {
          "analysis_id": "analysis_results.json#/tables/postprice_responded/values/by_price",
          "values": {
            "4": {
              "n_unweighted": 750,
              "n_weighted": 747.562763561615,
              "n_eff": 698.1689620695034,
              "eligible_n": 750,
              "eligible_weighted_n": 747.562763561615,
              "eligible_n_eff": 698.1689620695034,
              "structural_excluded_n": 0,
              "missing_counts": {
                "97": 0,
                "98": 0,
                "99": 0,
                "unexpected_blank": 0
              },
              "status": "reportable",
              "mean": 0.9808631304400569,
              "distribution_pct": {
                "0": 1.9136869559942982,
                "1": 98.0863130440057
              }
            },
            "7": {
              "n_unweighted": 750,
              "n_weighted": 755.5206239325285,
              "n_eff": 699.0881709707758,
              "eligible_n": 750,
              "eligible_weighted_n": 755.5206239325285,
              "eligible_n_eff": 699.0881709707758,
              "structural_excluded_n": 0,
              "missing_counts": {
                "97": 0,
                "98": 0,
                "99": 0,
                "unexpected_blank": 0
              },
              "status": "reportable",
              "mean": 0.9608090265274277,
              "distribution_pct": {
                "0": 3.9190973472572317,
                "1": 96.08090265274276
              }
            },
            "10": {
              "n_unweighted": 750,
              "n_weighted": 748.4242983026256,
              "n_eff": 698.452392352011,
              "eligible_n": 750,
              "eligible_weighted_n": 748.4242983026256,
              "eligible_n_eff": 698.452392352011,
              "structural_excluded_n": 0,
              "missing_counts": {
                "97": 0,
                "98": 0,
                "99": 0,
                "unexpected_blank": 0
              },
              "status": "reportable",
              "mean": 0.951228378419315,
              "distribution_pct": {
                "0": 4.877162158068523,
                "1": 95.12283784193147
              }
            },
            "13": {
              "n_unweighted": 750,
              "n_weighted": 748.4923142032318,
              "n_eff": 698.3255653626933,
              "eligible_n": 750,
              "eligible_weighted_n": 748.4923142032318,
              "eligible_n_eff": 698.3255653626933,
              "structural_excluded_n": 0,
              "missing_counts": {
                "97": 0,
                "98": 0,
                "99": 0,
                "unexpected_blank": 0
              },
              "status": "reportable",
              "mean": 0.9601684134003756,
              "distribution_pct": {
                "0": 3.9831586599624393,
                "1": 96.01684134003756
              }
            }
          }
        }
      ]
    }
  ],
  "cited_tables": [
    {
      "analysis_id": "analysis_results.json#/tables/contribution_cost_0_5/values/valid_case",
      "values": {
        "4": {
          "price_gbp": 4,
          "assumed_variable_cost_gbp": 0.5,
          "estimate_gbp": 2.3392541676035075,
          "variance": 0.004291939800933563,
          "se_gbp": 0.06551289797386133,
          "ci95_gbp": [
            2.210851247051892,
            2.4676570881551227
          ],
          "n_unweighted": 704,
          "n_weighted": 705.8463445232088,
          "n_eff": 655.4087542574765,
          "unit": "GBP per hypothetical household-month; scenario proxy, not observed economics"
        },
        "7": {
          "price_gbp": 7,
          "assumed_variable_cost_gbp": 0.5,
          "estimate_gbp": 3.3732359535742553,
          "variance": 0.01667075740497348,
          "se_gbp": 0.12911528726287017,
          "ci95_gbp": [
            3.1201746406854864,
            3.626297266463024
          ],
          "n_unweighted": 682,
          "n_weighted": 687.595411193906,
          "n_eff": 635.8684886201646,
          "unit": "GBP per hypothetical household-month; scenario proxy, not observed economics"
        },
        "10": {
          "price_gbp": 10,
          "assumed_variable_cost_gbp": 0.5,
          "estimate_gbp": 3.1947948709086504,
          "variance": 0.03194421308057345,
          "se_gbp": 0.17872944100112173,
          "ci95_gbp": [
            2.8444916035694754,
            3.5450981382478255
          ],
          "n_unweighted": 655,
          "n_weighted": 655.9680174120708,
          "n_eff": 610.9377325814341,
          "unit": "GBP per hypothetical household-month; scenario proxy, not observed economics"
        },
        "13": {
          "price_gbp": 13,
          "assumed_variable_cost_gbp": 0.5,
          "estimate_gbp": 2.4772474828908244,
          "variance": 0.03866426392215842,
          "se_gbp": 0.1966323064050219,
          "ci95_gbp": [
            2.091855244139937,
            2.862639721641712
          ],
          "n_unweighted": 633,
          "n_weighted": 632.7519233385228,
          "n_eff": 590.0649455132209,
          "unit": "GBP per hypothetical household-month; scenario proxy, not observed economics"
        }
      }
    },
    {
      "analysis_id": "analysis_results.json#/tables/contribution_cost_2_0/values/valid_case",
      "values": {
        "4": {
          "price_gbp": 4,
          "assumed_variable_cost_gbp": 2,
          "estimate_gbp": 1.3367166672020043,
          "variance": 0.001401449730917082,
          "se_gbp": 0.03743594169934933,
          "ci95_gbp": [
            1.2633435697439384,
            1.4100897646600703
          ],
          "n_unweighted": 704,
          "n_weighted": 705.8463445232088,
          "n_eff": 655.4087542574765,
          "unit": "GBP per hypothetical household-month; scenario proxy, not observed economics"
        },
        "7": {
          "price_gbp": 7,
          "assumed_variable_cost_gbp": 2,
          "estimate_gbp": 2.594796887364812,
          "variance": 0.009864353494067148,
          "se_gbp": 0.09931945174066935,
          "ci95_gbp": [
            2.400134338988836,
            2.789459435740788
          ],
          "n_unweighted": 682,
          "n_weighted": 687.595411193906,
          "n_eff": 635.8684886201646,
          "unit": "GBP per hypothetical household-month; scenario proxy, not observed economics"
        },
        "10": {
          "price_gbp": 10,
          "assumed_variable_cost_gbp": 2,
          "estimate_gbp": 2.6903535755020216,
          "variance": 0.0226529599684953,
          "se_gbp": 0.15050900294831304,
          "ci95_gbp": [
            2.395361350374295,
            2.985345800629748
          ],
          "n_unweighted": 655,
          "n_weighted": 655.9680174120708,
          "n_eff": 610.9377325814341,
          "unit": "GBP per hypothetical household-month; scenario proxy, not observed economics"
        },
        "13": {
          "price_gbp": 13,
          "assumed_variable_cost_gbp": 2,
          "estimate_gbp": 2.1799777849439255,
          "variance": 0.029941605981319484,
          "se_gbp": 0.1730364296364193,
          "ci95_gbp": [
            1.8408326148431444,
            2.5191229550447067
          ],
          "n_unweighted": 633,
          "n_weighted": 632.7519233385228,
          "n_eff": 590.0649455132209,
          "unit": "GBP per hypothetical household-month; scenario proxy, not observed economics"
        }
      }
    },
    {
      "analysis_id": "analysis_results.json#/tables/contribution_cost_3_0/values/valid_case",
      "values": {
        "4": {
          "price_gbp": 4,
          "assumed_variable_cost_gbp": 3,
          "estimate_gbp": 0.6683583336010022,
          "variance": 0.0003503624327292705,
          "se_gbp": 0.018717970849674664,
          "ci95_gbp": [
            0.6316717848719692,
            0.7050448823300351
          ],
          "n_unweighted": 704,
          "n_weighted": 705.8463445232088,
          "n_eff": 655.4087542574765,
          "unit": "GBP per hypothetical household-month; scenario proxy, not observed economics"
        },
        "7": {
          "price_gbp": 7,
          "assumed_variable_cost_gbp": 3,
          "estimate_gbp": 2.0758375098918496,
          "variance": 0.006313186236202975,
          "se_gbp": 0.07945556139253548,
          "ci95_gbp": [
            1.9201074711910688,
            2.23156754859263
          ],
          "n_unweighted": 682,
          "n_weighted": 687.595411193906,
          "n_eff": 635.8684886201646,
          "unit": "GBP per hypothetical household-month; scenario proxy, not observed economics"
        },
        "10": {
          "price_gbp": 10,
          "assumed_variable_cost_gbp": 3,
          "estimate_gbp": 2.3540593785642687,
          "variance": 0.017343672475879215,
          "se_gbp": 0.1316953775797739,
          "ci95_gbp": [
            2.0959411815775084,
            2.612177575551029
          ],
          "n_unweighted": 655,
          "n_weighted": 655.9680174120708,
          "n_eff": 610.9377325814341,
          "unit": "GBP per hypothetical household-month; scenario proxy, not observed economics"
        },
        "13": {
          "price_gbp": 13,
          "assumed_variable_cost_gbp": 3,
          "estimate_gbp": 1.9817979863126594,
          "variance": 0.024745128910181394,
          "se_gbp": 0.15730584512401755,
          "ci95_gbp": [
            1.6734841953119493,
            2.2901117773133692
          ],
          "n_unweighted": 633,
          "n_weighted": 632.7519233385228,
          "n_eff": 590.0649455132209,
          "unit": "GBP per hypothetical household-month; scenario proxy, not observed economics"
        }
      }
    },
    {
      "analysis_id": "analysis_results.json#/tables/P4_CONTRIBUTION_SCENARIOS/values",
      "values": {
        "4_minus_7_cost_0_5": {
          "status": "reportable",
          "estimate": -1.0339817859707479,
          "se": 0.14478500338746084,
          "ci95": [
            -1.3177551781116807,
            -0.750208393829815
          ],
          "p_raw": 9.231934047781167e-13,
          "group_a_base": {
            "n_unweighted": 704,
            "n_weighted": 705.8463445232088,
            "n_eff": 655.4087542574765
          },
          "group_b_base": {
            "n_unweighted": 682,
            "n_weighted": 687.595411193906,
            "n_eff": 635.8684886201646
          },
          "price_a": 4,
          "price_b": 7,
          "unit": "GBP_proxy",
          "assumed_cost_gbp": 0.5,
          "p_holm": 1.2001514262115516e-11,
          "family": "P4_CONTRIBUTION_SCENARIOS",
          "family_size": 18
        },
        "4_minus_10_cost_0_5": {
          "status": "reportable",
          "estimate": -0.855540703305143,
          "se": 0.1903579598585439,
          "ci95": [
            -1.2286354487984104,
            -0.4824459578118756
          ],
          "p_raw": 0.000006977345988769954,
          "group_a_base": {
            "n_unweighted": 704,
            "n_weighted": 705.8463445232088,
            "n_eff": 655.4087542574765
          },
          "group_b_base": {
            "n_unweighted": 655,
            "n_weighted": 655.9680174120708,
            "n_eff": 610.9377325814341
          },
          "price_a": 4,
          "price_b": 10,
          "unit": "GBP_proxy",
          "assumed_cost_gbp": 0.5,
          "p_holm": 0.0000767508058764695,
          "family": "P4_CONTRIBUTION_SCENARIOS",
          "family_size": 18
        },
        "4_minus_13_cost_0_5": {
          "status": "reportable",
          "estimate": -0.13799331528731695,
          "se": 0.20725878442925402,
          "ci95": [
            -0.5442130682482058,
            0.26822643767357185
          ],
          "p_raw": 0.505537659895828,
          "group_a_base": {
            "n_unweighted": 704,
            "n_weighted": 705.8463445232088,
            "n_eff": 655.4087542574765
          },
          "group_b_base": {
            "n_unweighted": 633,
            "n_weighted": 632.7519233385228,
            "n_eff": 590.0649455132209
          },
          "price_a": 4,
          "price_b": 13,
          "unit": "GBP_proxy",
          "assumed_cost_gbp": 0.5,
          "p_holm": 1,
          "family": "P4_CONTRIBUTION_SCENARIOS",
          "family_size": 18
        },
        "7_minus_10_cost_0_5": {
          "status": "reportable",
          "estimate": 0.17844108266560488,
          "se": 0.22048802798688852,
          "ci95": [
            -0.2537075112109561,
            0.6105896765421659
          ],
          "p_raw": 0.4183422890534095,
          "group_a_base": {
            "n_unweighted": 682,
            "n_weighted": 687.595411193906,
            "n_eff": 635.8684886201646
          },
          "group_b_base": {
            "n_unweighted": 655,
            "n_weighted": 655.9680174120708,
            "n_eff": 610.9377325814341
          },
          "price_a": 7,
          "price_b": 10,
          "unit": "GBP_proxy",
          "assumed_cost_gbp": 0.5,
          "p_holm": 1,
          "family": "P4_CONTRIBUTION_SCENARIOS",
          "family_size": 18
        },
        "7_minus_13_cost_0_5": {
          "status": "reportable",
          "estimate": 0.8959884706834309,
          "se": 0.23523397145636066,
          "ci95": [
            0.43493835868864095,
            1.357038582678221
          ],
          "p_raw": 0.00013957248353414865,
          "group_a_base": {
            "n_unweighted": 682,
            "n_weighted": 687.595411193906,
            "n_eff": 635.8684886201646
          },
          "group_b_base": {
            "n_unweighted": 633,
            "n_weighted": 632.7519233385228,
            "n_eff": 590.0649455132209
          },
          "price_a": 7,
          "price_b": 13,
          "unit": "GBP_proxy",
          "assumed_cost_gbp": 0.5,
          "p_holm": 0.0013957248353414864,
          "family": "P4_CONTRIBUTION_SCENARIOS",
          "family_size": 18
        },
        "10_minus_13_cost_0_5": {
          "status": "reportable",
          "estimate": 0.717547388017826,
          "se": 0.2657225564432419,
          "ci95": [
            0.19674074750916026,
            1.2383540285264918
          ],
          "p_raw": 0.006926383493763232,
          "group_a_base": {
            "n_unweighted": 655,
            "n_weighted": 655.9680174120708,
            "n_eff": 610.9377325814341
          },
          "group_b_base": {
            "n_unweighted": 633,
            "n_weighted": 632.7519233385228,
            "n_eff": 590.0649455132209
          },
          "price_a": 10,
          "price_b": 13,
          "unit": "GBP_proxy",
          "assumed_cost_gbp": 0.5,
          "p_holm": 0.06233745144386909,
          "family": "P4_CONTRIBUTION_SCENARIOS",
          "family_size": 18
        },
        "4_minus_7_cost_2_0": {
          "status": "reportable",
          "estimate": -1.2580802201628076,
          "se": 0.10614048815124336,
          "ci95": [
            -1.466111754240745,
            -1.0500486860848703
          ],
          "p_raw": 2.0769211202712326e-32,
          "group_a_base": {
            "n_unweighted": 704,
            "n_weighted": 705.8463445232088,
            "n_eff": 655.4087542574765
          },
          "group_b_base": {
            "n_unweighted": 682,
            "n_weighted": 687.595411193906,
            "n_eff": 635.8684886201646
          },
          "price_a": 4,
          "price_b": 7,
          "unit": "GBP_proxy",
          "assumed_cost_gbp": 2,
          "p_holm": 3.323073792433972e-31,
          "family": "P4_CONTRIBUTION_SCENARIOS",
          "family_size": 18
        },
        "4_minus_10_cost_2_0": {
          "status": "reportable",
          "estimate": -1.3536369083000173,
          "se": 0.15509484098258197,
          "ci95": [
            -1.6576172108138447,
            -1.0496566057861898
          ],
          "p_raw": 2.5967203751609666e-18,
          "group_a_base": {
            "n_unweighted": 704,
            "n_weighted": 705.8463445232088,
            "n_eff": 655.4087542574765
          },
          "group_b_base": {
            "n_unweighted": 655,
            "n_weighted": 655.9680174120708,
            "n_eff": 610.9377325814341
          },
          "price_a": 4,
          "price_b": 10,
          "unit": "GBP_proxy",
          "assumed_cost_gbp": 2,
          "p_holm": 3.89508056274145e-17,
          "family": "P4_CONTRIBUTION_SCENARIOS",
          "family_size": 18
        },
        "4_minus_13_cost_2_0": {
          "status": "reportable",
          "estimate": -0.8432611177419211,
          "se": 0.17703970094935362,
          "ci95": [
            -1.1902525554363959,
            -0.4962696800474464
          ],
          "p_raw": 0.0000019062359185087057,
          "group_a_base": {
            "n_unweighted": 704,
            "n_weighted": 705.8463445232088,
            "n_eff": 655.4087542574765
          },
          "group_b_base": {
            "n_unweighted": 633,
            "n_weighted": 632.7519233385228,
            "n_eff": 590.0649455132209
          },
          "price_a": 4,
          "price_b": 13,
          "unit": "GBP_proxy",
          "assumed_cost_gbp": 2,
          "p_holm": 0.000022874831022104468,
          "family": "P4_CONTRIBUTION_SCENARIOS",
          "family_size": 18
        },
        "7_minus_10_cost_2_0": {
          "status": "reportable",
          "estimate": -0.09555668813720963,
          "se": 0.18032557628512505,
          "ci95": [
            -0.4489883231474848,
            0.25787494687306556
          ],
          "p_raw": 0.596172940514446,
          "group_a_base": {
            "n_unweighted": 682,
            "n_weighted": 687.595411193906,
            "n_eff": 635.8684886201646
          },
          "group_b_base": {
            "n_unweighted": 655,
            "n_weighted": 655.9680174120708,
            "n_eff": 610.9377325814341
          },
          "price_a": 7,
          "price_b": 10,
          "unit": "GBP_proxy",
          "assumed_cost_gbp": 2,
          "p_holm": 1,
          "family": "P4_CONTRIBUTION_SCENARIOS",
          "family_size": 18
        },
        "7_minus_13_cost_2_0": {
          "status": "reportable",
          "estimate": 0.4148191024208865,
          "se": 0.19951430894897396,
          "ci95": [
            0.023778242480500145,
            0.8058599623612728
          ],
          "p_raw": 0.03760405982754606,
          "group_a_base": {
            "n_unweighted": 682,
            "n_weighted": 687.595411193906,
            "n_eff": 635.8684886201646
          },
          "group_b_base": {
            "n_unweighted": 633,
            "n_weighted": 632.7519233385228,
            "n_eff": 590.0649455132209
          },
          "price_a": 7,
          "price_b": 13,
          "unit": "GBP_proxy",
          "assumed_cost_gbp": 2,
          "p_holm": 0.26322841879282244,
          "family": "P4_CONTRIBUTION_SCENARIOS",
          "family_size": 18
        },
        "10_minus_13_cost_2_0": {
          "status": "reportable",
          "estimate": 0.5103757905580961,
          "se": 0.2293350517252319,
          "ci95": [
            0.06088734878401125,
            0.959864232332181
          ],
          "p_raw": 0.026050430145145544,
          "group_a_base": {
            "n_unweighted": 655,
            "n_weighted": 655.9680174120708,
            "n_eff": 610.9377325814341
          },
          "group_b_base": {
            "n_unweighted": 633,
            "n_weighted": 632.7519233385228,
            "n_eff": 590.0649455132209
          },
          "price_a": 10,
          "price_b": 13,
          "unit": "GBP_proxy",
          "assumed_cost_gbp": 2,
          "p_holm": 0.20840344116116435,
          "family": "P4_CONTRIBUTION_SCENARIOS",
          "family_size": 18
        },
        "4_minus_7_cost_3_0": {
          "status": "reportable",
          "estimate": -1.4074791762908474,
          "se": 0.08163056210104305,
          "ci95": [
            -1.567472138046652,
            -1.2474862145350427
          ],
          "p_raw": 1.2837606215116062e-66,
          "group_a_base": {
            "n_unweighted": 704,
            "n_weighted": 705.8463445232088,
            "n_eff": 655.4087542574765
          },
          "group_b_base": {
            "n_unweighted": 682,
            "n_weighted": 687.595411193906,
            "n_eff": 635.8684886201646
          },
          "price_a": 4,
          "price_b": 7,
          "unit": "GBP_proxy",
          "assumed_cost_gbp": 3,
          "p_holm": 2.310769118720891e-65,
          "family": "P4_CONTRIBUTION_SCENARIOS",
          "family_size": 18
        },
        "4_minus_10_cost_3_0": {
          "status": "reportable",
          "estimate": -1.6857010449632666,
          "se": 0.13301892688113404,
          "ci95": [
            -1.9464133509124562,
            -1.424988739014077
          ],
          "p_raw": 8.38437527418458e-37,
          "group_a_base": {
            "n_unweighted": 704,
            "n_weighted": 705.8463445232088,
            "n_eff": 655.4087542574765
          },
          "group_b_base": {
            "n_unweighted": 655,
            "n_weighted": 655.9680174120708,
            "n_eff": 610.9377325814341
          },
          "price_a": 4,
          "price_b": 10,
          "unit": "GBP_proxy",
          "assumed_cost_gbp": 3,
          "p_holm": 1.4253437966113787e-35,
          "family": "P4_CONTRIBUTION_SCENARIOS",
          "family_size": 18
        },
        "4_minus_13_cost_3_0": {
          "status": "reportable",
          "estimate": -1.3134396527116572,
          "se": 0.15841556534290013,
          "ci95": [
            -1.623928455374293,
            -1.0029508500490214
          ],
          "p_raw": 1.1220376074997614e-16,
          "group_a_base": {
            "n_unweighted": 704,
            "n_weighted": 705.8463445232088,
            "n_eff": 655.4087542574765
          },
          "group_b_base": {
            "n_unweighted": 633,
            "n_weighted": 632.7519233385228,
            "n_eff": 590.0649455132209
          },
          "price_a": 4,
          "price_b": 13,
          "unit": "GBP_proxy",
          "assumed_cost_gbp": 3,
          "p_holm": 1.570852650499666e-15,
          "family": "P4_CONTRIBUTION_SCENARIOS",
          "family_size": 18
        },
        "7_minus_10_cost_3_0": {
          "status": "reportable",
          "estimate": -0.27822186867241916,
          "se": 0.1538078629722232,
          "ci95": [
            -0.5796797406370484,
            0.023236003292210095
          ],
          "p_raw": 0.07046772713372364,
          "group_a_base": {
            "n_unweighted": 682,
            "n_weighted": 687.595411193906,
            "n_eff": 635.8684886201646
          },
          "group_b_base": {
            "n_unweighted": 655,
            "n_weighted": 655.9680174120708,
            "n_eff": 610.9377325814341
          },
          "price_a": 7,
          "price_b": 10,
          "unit": "GBP_proxy",
          "assumed_cost_gbp": 3,
          "p_holm": 0.4175748302354787,
          "family": "P4_CONTRIBUTION_SCENARIOS",
          "family_size": 18
        },
        "7_minus_13_cost_3_0": {
          "status": "reportable",
          "estimate": 0.09403952357919021,
          "se": 0.17623369469651476,
          "ci95": [
            -0.25137217088840624,
            0.43945121804678666
          ],
          "p_raw": 0.5936135016876278,
          "group_a_base": {
            "n_unweighted": 682,
            "n_weighted": 687.595411193906,
            "n_eff": 635.8684886201646
          },
          "group_b_base": {
            "n_unweighted": 633,
            "n_weighted": 632.7519233385228,
            "n_eff": 590.0649455132209
          },
          "price_a": 7,
          "price_b": 13,
          "unit": "GBP_proxy",
          "assumed_cost_gbp": 3,
          "p_holm": 1,
          "family": "P4_CONTRIBUTION_SCENARIOS",
          "family_size": 18
        },
        "10_minus_13_cost_3_0": {
          "status": "reportable",
          "estimate": 0.37226139225160937,
          "se": 0.20515555411945496,
          "ci95": [
            -0.0298361050508803,
            0.774358889554099
          ],
          "p_raw": 0.06959580503924645,
          "group_a_base": {
            "n_unweighted": 655,
            "n_weighted": 655.9680174120708,
            "n_eff": 610.9377325814341
          },
          "group_b_base": {
            "n_unweighted": 633,
            "n_weighted": 632.7519233385228,
            "n_eff": 590.0649455132209
          },
          "price_a": 10,
          "price_b": 13,
          "unit": "GBP_proxy",
          "assumed_cost_gbp": 3,
          "p_holm": 0.4175748302354787,
          "family": "P4_CONTRIBUTION_SCENARIOS",
          "family_size": 18
        }
      }
    },
    {
      "analysis_id": "analysis_results.json#/tables/intent_by_price/values",
      "values": {
        "4": {
          "valid_case": {
            "n_unweighted": 704,
            "n_weighted": 705.8463445232088,
            "n_eff": 655.4087542574765,
            "eligible_n": 750,
            "eligible_weighted_n": 747.562763561615,
            "eligible_n_eff": 698.1689620695034,
            "observed_valid_base": {
              "n_unweighted": 704,
              "n_weighted": 705.8463445232088,
              "n_eff": 655.4087542574765
            },
            "module_eligible_base": {
              "n_unweighted": 733,
              "n_weighted": 733.256752467466,
              "n_eff": 682.4545830587651
            },
            "missing_counts": {
              "97": 19,
              "98": 7,
              "99": 3,
              "structural_blank": 17
            },
            "nonvalid_weighted_share": 0.055803232948169704,
            "status": "reportable",
            "estimand": "valid_case_stated_intent",
            "mean": 0.6683583336010022,
            "pct": 66.83583336010021,
            "variance": 0.0003503624327292705,
            "se": 0.018717970849674664,
            "ci95_pct": [
              63.16717848719692,
              70.50448823300351
            ],
            "distribution_pct": {
              "1": 10.981916294607009,
              "2": 10.4390839302348,
              "3": 11.743166415057978,
              "4": 23.95528860052035,
              "5": 42.88054475957986
            }
          },
          "all_assigned": {
            "n_unweighted": 750,
            "n_weighted": 747.562763561615,
            "n_eff": 698.1689620695034,
            "eligible_n": 750,
            "eligible_weighted_n": 747.562763561615,
            "eligible_n_eff": 698.1689620695034,
            "observed_valid_base": {
              "n_unweighted": 704,
              "n_weighted": 705.8463445232088,
              "n_eff": 655.4087542574765
            },
            "module_eligible_base": {
              "n_unweighted": 733,
              "n_weighted": 733.256752467466,
              "n_eff": 682.4545830587651
            },
            "missing_counts": {
              "97": 19,
              "98": 7,
              "99": 3,
              "structural_blank": 17
            },
            "nonvalid_weighted_share": 0.055803232948169704,
            "status": "reportable",
            "estimand": "all_assigned_recorded_positive_sensitivity",
            "mean": 0.6310617778182148,
            "pct": 63.10617778182148,
            "variance": 0.000340656249640821,
            "se": 0.018456875402971678,
            "ci95_pct": [
              59.48869667612471,
              66.72365888751825
            ],
            "completion_bounds": [
              0.6310617778182148,
              0.6868650107663845
            ],
            "completion_bounds_pct": [
              63.10617778182148,
              68.68650107663845
            ]
          }
        },
        "7": {
          "valid_case": {
            "n_unweighted": 682,
            "n_weighted": 687.595411193906,
            "n_eff": 635.8684886201646,
            "eligible_n": 750,
            "eligible_weighted_n": 755.5206239325285,
            "eligible_n_eff": 699.0881709707758,
            "observed_valid_base": {
              "n_unweighted": 682,
              "n_weighted": 687.595411193906,
              "n_eff": 635.8684886201646
            },
            "module_eligible_base": {
              "n_unweighted": 720,
              "n_weighted": 725.9110352020074,
              "n_eff": 671.4508282834634
            },
            "missing_counts": {
              "97": 25,
              "98": 9,
              "99": 4,
              "structural_blank": 30
            },
            "nonvalid_weighted_share": 0.08990517344856562,
            "status": "reportable",
            "estimand": "valid_case_stated_intent",
            "mean": 0.5189593774729624,
            "pct": 51.89593774729624,
            "variance": 0.00039457413976268593,
            "se": 0.01986389034813387,
            "ci95_pct": [
              48.002686779776724,
              55.78918871481575
            ],
            "distribution_pct": {
              "1": 18.96597203903983,
              "2": 17.103007122131363,
              "3": 12.035083091532577,
              "4": 26.876154049063572,
              "5": 25.019783698232658
            }
          },
          "all_assigned": {
            "n_unweighted": 750,
            "n_weighted": 755.5206239325285,
            "n_eff": 699.0881709707758,
            "eligible_n": 750,
            "eligible_weighted_n": 755.5206239325285,
            "eligible_n_eff": 699.0881709707758,
            "observed_valid_base": {
              "n_unweighted": 682,
              "n_weighted": 687.595411193906,
              "n_eff": 635.8684886201646
            },
            "module_eligible_base": {
              "n_unweighted": 720,
              "n_weighted": 725.9110352020074,
              "n_eff": 671.4508282834634
            },
            "missing_counts": {
              "97": 25,
              "98": 9,
              "99": 4,
              "structural_blank": 30
            },
            "nonvalid_weighted_share": 0.08990517344856562,
            "status": "reportable",
            "estimand": "all_assigned_recorded_positive_sensitivity",
            "mean": 0.47230224462849596,
            "pct": 47.2302244628496,
            "variance": 0.0003553153119539378,
            "se": 0.01884980933468394,
            "ci95_pct": [
              43.53572972170685,
              50.92471920399234
            ],
            "completion_bounds": [
              0.47230224462849596,
              0.5622074180770615
            ],
            "completion_bounds_pct": [
              47.2302244628496,
              56.220741807706155
            ]
          }
        },
        "10": {
          "valid_case": {
            "n_unweighted": 655,
            "n_weighted": 655.9680174120708,
            "n_eff": 610.9377325814341,
            "eligible_n": 750,
            "eligible_weighted_n": 748.4242983026256,
            "eligible_n_eff": 698.452392352011,
            "observed_valid_base": {
              "n_unweighted": 655,
              "n_weighted": 655.9680174120708,
              "n_eff": 610.9377325814341
            },
            "module_eligible_base": {
              "n_unweighted": 709,
              "n_weighted": 711.9224316440201,
              "n_eff": 660.5734536004774
            },
            "missing_counts": {
              "97": 45,
              "98": 4,
              "99": 5,
              "structural_blank": 41
            },
            "nonvalid_weighted_share": 0.12353457938263006,
            "status": "reportable",
            "estimand": "valid_case_stated_intent",
            "mean": 0.3362941969377527,
            "pct": 33.62941969377527,
            "variance": 0.0003539524995077391,
            "se": 0.01881362536853913,
            "ci95_pct": [
              29.94201687967869,
              37.31682250787185
            ],
            "distribution_pct": {
              "1": 33.43586907683268,
              "2": 19.47603082984827,
              "3": 13.458680399543773,
              "4": 17.24674247399163,
              "5": 16.382677219783638
            }
          },
          "all_assigned": {
            "n_unweighted": 750,
            "n_weighted": 748.4242983026256,
            "n_eff": 698.452392352011,
            "eligible_n": 750,
            "eligible_weighted_n": 748.4242983026256,
            "eligible_n_eff": 698.452392352011,
            "observed_valid_base": {
              "n_unweighted": 655,
              "n_weighted": 655.9680174120708,
              "n_eff": 610.9377325814341
            },
            "module_eligible_base": {
              "n_unweighted": 709,
              "n_weighted": 711.9224316440201,
              "n_eff": 660.5734536004774
            },
            "missing_counts": {
              "97": 45,
              "98": 4,
              "99": 5,
              "structural_blank": 41
            },
            "nonvalid_weighted_share": 0.12353457938263006,
            "status": "reportable",
            "estimand": "all_assigned_recorded_positive_sensitivity",
            "mean": 0.29475023477022816,
            "pct": 29.475023477022816,
            "variance": 0.0002868616228937925,
            "se": 0.016936989782537878,
            "ci95_pct": [
              26.155434478993104,
              32.794612475052524
            ],
            "completion_bounds": [
              0.29475023477022816,
              0.41828481415285823
            ],
            "completion_bounds_pct": [
              29.475023477022816,
              41.82848141528582
            ]
          }
        },
        "13": {
          "valid_case": {
            "n_unweighted": 633,
            "n_weighted": 632.7519233385228,
            "n_eff": 590.0649455132209,
            "eligible_n": 750,
            "eligible_weighted_n": 748.4923142032318,
            "eligible_n_eff": 698.3255653626933,
            "observed_valid_base": {
              "n_unweighted": 633,
              "n_weighted": 632.7519233385228,
              "n_eff": 590.0649455132209
            },
            "module_eligible_base": {
              "n_unweighted": 719,
              "n_weighted": 718.6786777708925,
              "n_eff": 669.5018919190835
            },
            "missing_counts": {
              "97": 67,
              "98": 8,
              "99": 11,
              "structural_blank": 31
            },
            "nonvalid_weighted_share": 0.15463136851032896,
            "status": "reportable",
            "estimand": "valid_case_stated_intent",
            "mean": 0.19817979863126595,
            "pct": 19.817979863126595,
            "variance": 0.0002474512891018139,
            "se": 0.015730584512401755,
            "ci95_pct": [
              16.734841953119496,
              22.901117773133695
            ],
            "distribution_pct": {
              "1": 55.806370704790574,
              "2": 18.22351212870401,
              "3": 6.152137303378838,
              "4": 12.7342434340177,
              "5": 7.083736429108891
            }
          },
          "all_assigned": {
            "n_unweighted": 750,
            "n_weighted": 748.4923142032318,
            "n_eff": 698.3255653626933,
            "eligible_n": 750,
            "eligible_weighted_n": 748.4923142032318,
            "eligible_n_eff": 698.3255653626933,
            "observed_valid_base": {
              "n_unweighted": 633,
              "n_weighted": 632.7519233385228,
              "n_eff": 590.0649455132209
            },
            "module_eligible_base": {
              "n_unweighted": 719,
              "n_weighted": 718.6786777708925,
              "n_eff": 669.5018919190835
            },
            "missing_counts": {
              "97": 67,
              "98": 8,
              "99": 11,
              "structural_blank": 31
            },
            "nonvalid_weighted_share": 0.15463136851032896,
            "status": "reportable",
            "estimand": "all_assigned_recorded_positive_sensitivity",
            "mean": 0.16753498515781182,
            "pct": 16.75349851578118,
            "variance": 0.00018252740427371865,
            "se": 0.013510270325708463,
            "ci95_pct": [
              14.105534189802299,
              19.401462841760065
            ],
            "completion_bounds": [
              0.16753498515781182,
              0.3221663536681408
            ],
            "completion_bounds_pct": [
              16.75349851578118,
              32.21663536681408
            ]
          }
        }
      }
    },
    {
      "analysis_id": "analysis_results.json#/tables/P2_ALL_ASSIGNED_INTENT/values",
      "values": {
        "4_minus_7": {
          "status": "reportable",
          "estimate": 15.875953318971886,
          "se": 2.6381272933555704,
          "ci95": [
            10.705318837362835,
            21.046587800580937
          ],
          "p_raw": 1.7670790451132992e-9,
          "group_a_base": {
            "n_unweighted": 750,
            "n_weighted": 747.562763561615,
            "n_eff": 698.1689620695034
          },
          "group_b_base": {
            "n_unweighted": 750,
            "n_weighted": 755.5206239325285,
            "n_eff": 699.0881709707758
          },
          "price_a": 4,
          "price_b": 7,
          "unit": "percentage_points",
          "assumed_cost_gbp": null,
          "p_holm": 3.5341580902265984e-9,
          "family": "P2_ALL_ASSIGNED_INTENT",
          "family_size": 6
        },
        "4_minus_10": {
          "status": "reportable",
          "estimate": 33.63115430479866,
          "se": 2.505030683513904,
          "ci95": [
            28.721384384943658,
            38.54092422465367
          ],
          "p_raw": 4.289934952900564e-41,
          "group_a_base": {
            "n_unweighted": 750,
            "n_weighted": 747.562763561615,
            "n_eff": 698.1689620695034
          },
          "group_b_base": {
            "n_unweighted": 750,
            "n_weighted": 748.4242983026256,
            "n_eff": 698.452392352011
          },
          "price_a": 4,
          "price_b": 10,
          "unit": "percentage_points",
          "assumed_cost_gbp": null,
          "p_holm": 2.144967476450282e-40,
          "family": "P2_ALL_ASSIGNED_INTENT",
          "family_size": 6
        },
        "4_minus_13": {
          "status": "reportable",
          "estimate": 46.3526792660403,
          "se": 2.287320821211007,
          "ci95": [
            41.86961283537814,
            50.83574569670245
          ],
          "p_raw": 2.616750103096848e-91,
          "group_a_base": {
            "n_unweighted": 750,
            "n_weighted": 747.562763561615,
            "n_eff": 698.1689620695034
          },
          "group_b_base": {
            "n_unweighted": 750,
            "n_weighted": 748.4923142032318,
            "n_eff": 698.3255653626933
          },
          "price_a": 4,
          "price_b": 13,
          "unit": "percentage_points",
          "assumed_cost_gbp": null,
          "p_holm": 1.5700500618581087e-90,
          "family": "P2_ALL_ASSIGNED_INTENT",
          "family_size": 6
        },
        "7_minus_10": {
          "status": "reportable",
          "estimate": 17.75520098582678,
          "se": 2.534121020882251,
          "ci95": [
            12.788415052431692,
            22.721986919221866
          ],
          "p_raw": 2.4443482290638503e-12,
          "group_a_base": {
            "n_unweighted": 750,
            "n_weighted": 755.5206239325285,
            "n_eff": 699.0881709707758
          },
          "group_b_base": {
            "n_unweighted": 750,
            "n_weighted": 748.4242983026256,
            "n_eff": 698.452392352011
          },
          "price_a": 7,
          "price_b": 10,
          "unit": "percentage_points",
          "assumed_cost_gbp": null,
          "p_holm": 7.333044687191551e-12,
          "family": "P2_ALL_ASSIGNED_INTENT",
          "family_size": 6
        },
        "7_minus_13": {
          "status": "reportable",
          "estimate": 30.476725947068417,
          "se": 2.3191436269184718,
          "ci95": [
            25.931287963332615,
            35.02216393080422
          ],
          "p_raw": 1.907401646010758e-39,
          "group_a_base": {
            "n_unweighted": 750,
            "n_weighted": 755.5206239325285,
            "n_eff": 699.0881709707758
          },
          "group_b_base": {
            "n_unweighted": 750,
            "n_weighted": 748.4923142032318,
            "n_eff": 698.3255653626933
          },
          "price_a": 7,
          "price_b": 13,
          "unit": "percentage_points",
          "assumed_cost_gbp": null,
          "p_holm": 7.629606584043033e-39,
          "family": "P2_ALL_ASSIGNED_INTENT",
          "family_size": 6
        },
        "10_minus_13": {
          "status": "reportable",
          "estimate": 12.721524961241634,
          "se": 2.166538776868559,
          "ci95": [
            8.475186987469797,
            16.96786293501347
          ],
          "p_raw": 4.310375228706006e-9,
          "group_a_base": {
            "n_unweighted": 750,
            "n_weighted": 748.4242983026256,
            "n_eff": 698.452392352011
          },
          "group_b_base": {
            "n_unweighted": 750,
            "n_weighted": 748.4923142032318,
            "n_eff": 698.3255653626933
          },
          "price_a": 10,
          "price_b": 13,
          "unit": "percentage_points",
          "assumed_cost_gbp": null,
          "p_holm": 4.310375228706006e-9,
          "family": "P2_ALL_ASSIGNED_INTENT",
          "family_size": 6
        }
      }
    },
    {
      "analysis_id": "analysis_results.json#/tables/contribution_cost_2_0/values/all_assigned",
      "values": {
        "4": {
          "price_gbp": 4,
          "assumed_variable_cost_gbp": 2,
          "estimate_gbp": 1.2621235556364296,
          "variance": 0.001362624998563284,
          "se_gbp": 0.036913750805943356,
          "ci95_gbp": [
            1.1897739335224942,
            1.3344731777503651
          ],
          "n_unweighted": 750,
          "n_weighted": 747.562763561615,
          "n_eff": 698.1689620695034,
          "unit": "GBP per hypothetical household-month; scenario proxy, not observed economics"
        },
        "7": {
          "price_gbp": 7,
          "assumed_variable_cost_gbp": 2,
          "estimate_gbp": 2.3615112231424797,
          "variance": 0.008882882798848446,
          "se_gbp": 0.0942490466734197,
          "ci95_gbp": [
            2.1767864860853425,
            2.546235960199617
          ],
          "n_unweighted": 750,
          "n_weighted": 755.5206239325285,
          "n_eff": 699.0881709707758,
          "unit": "GBP per hypothetical household-month; scenario proxy, not observed economics"
        },
        "10": {
          "price_gbp": 10,
          "assumed_variable_cost_gbp": 2,
          "estimate_gbp": 2.3580018781618253,
          "variance": 0.01835914386520272,
          "se_gbp": 0.13549591826030302,
          "ci95_gbp": [
            2.0924347583194485,
            2.623568998004202
          ],
          "n_unweighted": 750,
          "n_weighted": 748.4242983026256,
          "n_eff": 698.452392352011,
          "unit": "GBP per hypothetical household-month; scenario proxy, not observed economics"
        },
        "13": {
          "price_gbp": 13,
          "assumed_variable_cost_gbp": 2,
          "estimate_gbp": 1.84288483673593,
          "variance": 0.022085815917119958,
          "se_gbp": 0.1486129735827931,
          "ci95_gbp": [
            1.5516087608782532,
            2.134160912593607
          ],
          "n_unweighted": 750,
          "n_weighted": 748.4923142032318,
          "n_eff": 698.3255653626933,
          "unit": "GBP per hypothetical household-month; scenario proxy, not observed economics"
        }
      }
    },
    {
      "analysis_id": "analysis_results.json#/tables/postprice_responded/values/by_price",
      "values": {
        "4": {
          "n_unweighted": 750,
          "n_weighted": 747.562763561615,
          "n_eff": 698.1689620695034,
          "eligible_n": 750,
          "eligible_weighted_n": 747.562763561615,
          "eligible_n_eff": 698.1689620695034,
          "structural_excluded_n": 0,
          "missing_counts": {
            "97": 0,
            "98": 0,
            "99": 0,
            "unexpected_blank": 0
          },
          "status": "reportable",
          "mean": 0.9808631304400569,
          "distribution_pct": {
            "0": 1.9136869559942982,
            "1": 98.0863130440057
          }
        },
        "7": {
          "n_unweighted": 750,
          "n_weighted": 755.5206239325285,
          "n_eff": 699.0881709707758,
          "eligible_n": 750,
          "eligible_weighted_n": 755.5206239325285,
          "eligible_n_eff": 699.0881709707758,
          "structural_excluded_n": 0,
          "missing_counts": {
            "97": 0,
            "98": 0,
            "99": 0,
            "unexpected_blank": 0
          },
          "status": "reportable",
          "mean": 0.9608090265274277,
          "distribution_pct": {
            "0": 3.9190973472572317,
            "1": 96.08090265274276
          }
        },
        "10": {
          "n_unweighted": 750,
          "n_weighted": 748.4242983026256,
          "n_eff": 698.452392352011,
          "eligible_n": 750,
          "eligible_weighted_n": 748.4242983026256,
          "eligible_n_eff": 698.452392352011,
          "structural_excluded_n": 0,
          "missing_counts": {
            "97": 0,
            "98": 0,
            "99": 0,
            "unexpected_blank": 0
          },
          "status": "reportable",
          "mean": 0.951228378419315,
          "distribution_pct": {
            "0": 4.877162158068523,
            "1": 95.12283784193147
          }
        },
        "13": {
          "n_unweighted": 750,
          "n_weighted": 748.4923142032318,
          "n_eff": 698.3255653626933,
          "eligible_n": 750,
          "eligible_weighted_n": 748.4923142032318,
          "eligible_n_eff": 698.3255653626933,
          "structural_excluded_n": 0,
          "missing_counts": {
            "97": 0,
            "98": 0,
            "99": 0,
            "unexpected_blank": 0
          },
          "status": "reportable",
          "mean": 0.9601684134003756,
          "distribution_pct": {
            "0": 3.9831586599624393,
            "1": 96.01684134003756
          }
        }
      }
    }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"study_id": "SBT-006",
  "source_sha256": "591dbccf2eff795fcb65c11c130f8dc13ba510e2a4856e9310a8d22b9469ca9e",
  "analysis_sha256": "5868f797b0c24d378da705e3b9d1d94e6873bf9285d69d47f9d0c5e79a9bb50e",
  "approved_at": "2026-09-22T06:32:30.216Z",
  "universe": "Valid baseline audience and intent at the same assigned mid-price; audience 1 minus 0 is observational",
  "review_record": {
    "findings": {
      "F1": {
        "decision": "accept",
        "text": "Prioritise £7 and £10 for real-behaviour testing, retaining both rather than selecting a winner. Their valid-case gross price-times-stated-interest proxies are £3.63 and £3.36 per hypothetical household-month, versus £2.67 at £4 and £2.58 at £13. The £7-minus-£10 difference is £0.270 (95% CI −£0.189 to £0.728; Holm p=0.498). Both middle prices exceed both endpoints on this proxy after adjustment: £7 versus £4 p=7.47e−9, £7 versus £13 p=0.000097, £10 versus £4 p=0.00264, and £10 versus £13 p=0.0139. [software QA edit]",
        "reason": "Software QA: verify original wording survives a revision. No human assessment.",
        "importance": "primary"
      },
      "F2": {
        "decision": "accept",
        "text": "The middle-price decision trades substantially more stated interest at £7 against a higher price at £10. Positive intent is 66.84%, 51.90%, 33.63% and 19.82% at £4/£7/£10/£13. The £7-minus-£10 contrast is 18.27 percentage points (95% CI 12.90–23.63; Holm p=7.34e−11); all six valid-case price contrasts survive Holm adjustment. The full distributions reinforce the pattern: percentages in categories [definitely not, probably not, might or might not, probably would, definitely would] are £4 [10.98,10.44,11.74,23.96,42.88], £7 [18.97,17.10,12.04,26.88,25.02], £10 [33.44,19.48,13.46,17.25,16.38] and £13 [55.81,18.22,6.15,12.73,7.08]. Bottom-two shares are respectively 21.42%, 36.07%, 52.91% and 74.03%.",
        "reason": "",
        "importance": "primary"
      },
      "F3": {
        "decision": "accept",
        "text": "Assumed costs change the contribution point leader, without establishing superiority between £7 and £10. At costs of £0.50, £2 and £3 per proxy-positive subscriber-month, valid-case contribution proxies in price order £4/£7/£10/£13 are [£2.339,£3.373,£3.195,£2.477], [£1.337,£2.595,£2.690,£2.180] and [£0.668,£2.076,£2.354,£1.982]. Thus £7 leads at £0.50 cost and £10 at £2 and £3. The corresponding £7-minus-£10 differences are £0.178 (95% CI −£0.254 to £0.611; Holm p=1.000), −£0.096 (−£0.449 to £0.258; p=1.000) and −£0.278 (−£0.580 to £0.023; p=0.418). Both middle prices exceed £4 in all three scenarios after adjustment. Neither exceeds £13 after adjustment at the £2 or £3 costs; at £0.50, £7 exceeds £13 (p=0.00140), while £10 does not (p=0.0623).",
        "reason": "",
        "importance": "primary"
      },
      "F4": {
        "decision": "accept",
        "text": "Missing responses materially qualify the financial ranking, although the recorded-interest gradient persists. Weighted nonvalid intent shares increase across £4/£7/£10/£13: 5.58%, 8.99%, 12.35%, 15.46%. Conservatively scoring every nonvalid response as zero gives recorded-positive yields of 63.11%, 47.23%, 29.48%, 16.75%; all six P2 contrasts remain significant after Holm adjustment. For £7 versus £10 the difference is 17.76 points (95% CI 12.79–22.72; p=7.33e−12). At the £2 cost, all-assigned contribution proxies are almost identical at £7 and £10: £2.362 (95% CI £2.177–£2.546) versus £2.358 (£2.092–£2.624), reversing the small valid-case numerical lead. Logical completion ranges for positive intent are [63.11%,68.69%], [47.23%,56.22%], [29.48%,41.83%], [16.75%,32.22%].",
        "reason": "",
        "importance": "primary"
      },
      "F5": {
        "decision": "accept",
        "text": "Include time-pressed families as a prespecified audience in the behavioural test. At £7, positive intent is 62.74% among households with children and high baseline weekday meal pressure versus 47.10% among other classified households: +15.64 points (95% CI 8.01–23.27; Holm p=0.0000584; valid n=267 versus 409). At £10 the figures are 46.23% versus 28.26%: +17.97 points (10.36–25.58; p=0.00000735; n=257 versus 390). This audience constitutes 31.02% of the weighted classified baseline sample, with 2,970 classified and 30 unknown.",
        "reason": "",
        "importance": "secondary"
      },
      "F6": {
        "decision": "accept",
        "text": "Test whether the service earns its price through useful planning support; the diagnostics suggest questions to investigate, not proven conversion mechanisms. Good/very good value falls from 63.21% at £7 to 42.97% at £10 (valid/eligible n=695/720 and 684/709), while easy/very easy affordability falls from 67.15% to 38.21% (699/720 and 690/709). Among routed nonpositive-intent respondents, monthly price is the main reason for 26.84% at £7 and 38.71% at £10 (305/314 and 408/421). At £7, free alternatives account for 23.05% and setup/ongoing effort for 19.13%, so a lower price alone does not address all reported barriers.",
        "reason": "",
        "importance": "secondary"
      },
      "F7": {
        "decision": "accept",
        "text": "The next study must measure payment and subsequent use directly; hypothetical use cannot validate the price proxies. Respondents eligible for the imagined-use question report means of 4.22 days per week at £7 and 4.02 at £10, but valid/eligible bases are only 415/449 and 302/326 because routing admits intent categories 3–5. Nor can the exploratory older, comfortable, paid-planning niche justify a premium-price recommendation: its price-specific valid bases are 20, 15, 20 and 16, all suppressed.",
        "reason": "",
        "importance": "context"
      }
    },
    "beats": {
      "1": {
        "include": true,
        "title": "Advance £7 and £10 as competing behavioural-test candidates",
        "order": 1
      },
      "2": {
        "include": true,
        "title": "Explain the interest sacrificed as price rises",
        "order": 2
      },
      "3": {
        "include": true,
        "title": "Show why assumed costs and missing responses prevent a single-price conclusion",
        "order": 3
      },
      "4": {
        "include": true,
        "title": "Focus test recruitment and investigation on audience interest and perceived value",
        "order": 4
      },
      "5": {
        "include": true,
        "title": "Require observed payment and repeat use before making a market decision",
        "order": 5
      }
    },
    "missed": "",
    "minutes": "",
    "notes": "SOFTWARE QA ONLY. Acceptance here tests export mechanics and is not substantive researcher approval.",
    "approved": true,
    "started_at": "2026-09-22T06:32:30.027Z",
    "approved_at": "2026-09-22T06:32:30.216Z"
  },
  "preparation_review": {
    "baseline": "SOFTWARE QA ONLY: check the preparation/review/export loop. This is not an independent researcher assessment.",
    "prepared": true,
    "revisedEvidence": null,
    "revision": 0
  },
  "qualifications": "Audience attributes were not randomised. These are within-price level differences, not evidence that family status causes interest or that this audience has a different optimal price. Unknown audience status is excluded rather than classified as other. No confirmatory tests apply to these diagnostic comparisons. P11 includes only valid intent categories 1–3, so its composition changes with price and its percentages do not describe all assigned households. The ratings do not identify independent causal drivers.",
  "chart_table": "tables.audience_intent",
  "original_beat": {
    "order": 4,
    "finding_refs": [
      "F5",
      "F6"
    ],
    "headline_intent": "Focus test recruitment and investigation on audience interest and perceived value",
    "analytical_relationship": "Prespecified audience evidence informs recruitment; descriptive barriers generate questions without claiming causal mechanisms.",
    "original_order": 4,
    "original_headline_intent": "Focus test recruitment and investigation on audience interest and perceived value"
  },
  "findings": [
    {
      "model_finding_id": "F5",
      "proposition": "Include time-pressed families as a prespecified audience in the behavioural test. At £7, positive intent is 62.74% among households with children and high baseline weekday meal pressure versus 47.10% among other classified households: +15.64 points (95% CI 8.01–23.27; Holm p=0.0000584; valid n=267 versus 409). At £10 the figures are 46.23% versus 28.26%: +17.97 points (10.36–25.58; p=0.00000735; n=257 versus 390). This audience constitutes 31.02% of the weighted classified baseline sample, with 2,970 classified and 30 unknown.",
      "evidence_refs": [
        "analysis_results.json#/tables/audience_intent/values/groups",
        "analysis_results.json#/tables/audience_intent/values/contrasts",
        "analysis_results.json#/tables/time_pressed_family/values/overall"
      ],
      "importance": "secondary",
      "claim_strength": "Prespecified, Holm-adjusted observational audience association.",
      "qualification": "Audience attributes were not randomised. These are within-price level differences, not evidence that family status causes interest or that this audience has a different optimal price. Unknown audience status is excluded rather than classified as other.",
      "topic_cluster": "audience_priority",
      "original_proposition": "Include time-pressed families as a prespecified audience in the behavioural test. At £7, positive intent is 62.74% among households with children and high baseline weekday meal pressure versus 47.10% among other classified households: +15.64 points (95% CI 8.01–23.27; Holm p=0.0000584; valid n=267 versus 409). At £10 the figures are 46.23% versus 28.26%: +17.97 points (10.36–25.58; p=0.00000735; n=257 versus 390). This audience constitutes 31.02% of the weighted classified baseline sample, with 2,970 classified and 30 unknown.",
      "original_importance": "secondary",
      "review": {
        "decision": "accept",
        "text": "Include time-pressed families as a prespecified audience in the behavioural test. At £7, positive intent is 62.74% among households with children and high baseline weekday meal pressure versus 47.10% among other classified households: +15.64 points (95% CI 8.01–23.27; Holm p=0.0000584; valid n=267 versus 409). At £10 the figures are 46.23% versus 28.26%: +17.97 points (10.36–25.58; p=0.00000735; n=257 versus 390). This audience constitutes 31.02% of the weighted classified baseline sample, with 2,970 classified and 30 unknown.",
        "reason": "",
        "importance": "secondary"
      },
      "evidence": [
        {
          "analysis_id": "analysis_results.json#/tables/audience_intent/values/groups",
          "values": {
            "7": {
              "0": {
                "n_unweighted": 409,
                "n_weighted": 477.5396381554089,
                "n_eff": 392.23120380021794,
                "eligible_n": 444,
                "eligible_weighted_n": 520.1629358685632,
                "eligible_n_eff": 426.14751754561365,
                "observed_valid_base": {
                  "n_unweighted": 409,
                  "n_weighted": 477.5396381554089,
                  "n_eff": 392.23120380021794
                },
                "module_eligible_base": {
                  "n_unweighted": 429,
                  "n_weighted": 502.22941007542227,
                  "n_eff": 411.9364891750543
                },
                "missing_counts": {
                  "97": 14,
                  "98": 4,
                  "99": 2,
                  "structural_blank": 15
                },
                "nonvalid_weighted_share": 0.08194220459399384,
                "status": "reportable",
                "estimand": "valid_case_stated_intent",
                "mean": 0.4709680482362437,
                "pct": 47.096804823624375,
                "variance": 0.0006348758514388304,
                "se": 0.02519674287361028,
                "ci95_pct": [
                  42.158333967625126,
                  52.035275679623616
                ],
                "distribution_pct": {
                  "1": 22.560888762284574,
                  "2": 18.525376252195798,
                  "3": 11.816930161895268,
                  "4": 27.32754118596591,
                  "5": 19.769263637658458
                }
              },
              "1": {
                "n_unweighted": 267,
                "n_weighted": 205.29465999607024,
                "n_eff": 266.16704701494234,
                "eligible_n": 299,
                "eligible_weighted_n": 229.87107208174007,
                "eligible_n_eff": 298.06667401206784,
                "observed_valid_base": {
                  "n_unweighted": 267,
                  "n_weighted": 205.29465999607024,
                  "n_eff": 266.16704701494234
                },
                "module_eligible_base": {
                  "n_unweighted": 284,
                  "n_weighted": 218.19500914436003,
                  "n_eff": 283.11073616256465
                },
                "missing_counts": {
                  "97": 10,
                  "98": 5,
                  "99": 2,
                  "structural_blank": 15
                },
                "nonvalid_weighted_share": 0.10691389683400729,
                "status": "reportable",
                "estimand": "valid_case_stated_intent",
                "mean": 0.6273881833241304,
                "pct": 62.73881833241304,
                "variance": 0.0008797423989125186,
                "se": 0.029660451765145427,
                "ci95_pct": [
                  56.92547660992579,
                  68.55216005490028
                ],
                "distribution_pct": {
                  "1": 11.043622308117063,
                  "2": 13.793484262838213,
                  "3": 12.424075096631695,
                  "4": 25.654334621755936,
                  "5": 37.08448371065711
                }
              }
            },
            "10": {
              "0": {
                "n_unweighted": 390,
                "n_weighted": 452.3057390305468,
                "n_eff": 373.79129052980346,
                "eligible_n": 440,
                "eligible_weighted_n": 510.6860537174469,
                "eligible_n_eff": 421.2687199175686,
                "observed_valid_base": {
                  "n_unweighted": 390,
                  "n_weighted": 452.3057390305468,
                  "n_eff": 373.79129052980346
                },
                "module_eligible_base": {
                  "n_unweighted": 423,
                  "n_weighted": 492.4577923550129,
                  "n_eff": 405.3179439687497
                },
                "missing_counts": {
                  "97": 27,
                  "98": 2,
                  "99": 4,
                  "structural_blank": 17
                },
                "nonvalid_weighted_share": 0.11431742508324087,
                "status": "reportable",
                "estimand": "valid_case_stated_intent",
                "mean": 0.28260651629072686,
                "pct": 28.260651629072687,
                "variance": 0.0005322198428947806,
                "se": 0.023069890396245504,
                "ci95_pct": [
                  23.73903619867992,
                  32.782267059465454
                ],
                "distribution_pct": {
                  "1": 38.99749373433584,
                  "2": 20.94736842105263,
                  "3": 11.79448621553885,
                  "4": 15.238095238095243,
                  "5": 13.022556390977446
                }
              },
              "1": {
                "n_unweighted": 257,
                "n_weighted": 197.29145569141946,
                "n_eff": 256.2096238301789,
                "eligible_n": 302,
                "eligible_weighted_n": 231.36742189507424,
                "eligible_n_eff": 301.0642126777543,
                "observed_valid_base": {
                  "n_unweighted": 257,
                  "n_weighted": 197.29145569141946,
                  "n_eff": 256.2096238301789
                },
                "module_eligible_base": {
                  "n_unweighted": 278,
                  "n_weighted": 213.09381659890272,
                  "n_eff": 277.14104072355605
                },
                "missing_counts": {
                  "97": 18,
                  "98": 2,
                  "99": 1,
                  "structural_blank": 24
                },
                "nonvalid_weighted_share": 0.147280744732974,
                "status": "reportable",
                "estimand": "valid_case_stated_intent",
                "mean": 0.4623075155136751,
                "pct": 46.23075155136751,
                "variance": 0.0009749280221095865,
                "se": 0.03122383740204888,
                "ci95_pct": [
                  40.11099187465246,
                  52.35051122808257
                ],
                "distribution_pct": {
                  "1": 21.351413468168232,
                  "2": 15.490691794989658,
                  "3": 16.927143185474602,
                  "4": 22.029418524477133,
                  "5": 24.201333026890364
                }
              }
            }
          }
        },
        {
          "analysis_id": "analysis_results.json#/tables/audience_intent/values/contrasts",
          "values": {
            "7": {
              "status": "reportable",
              "estimate": 15.642013508788665,
              "se": 3.8918096694871256,
              "ci95": [
                8.014206721909169,
                23.26982029566816
              ],
              "p_raw": 0.000058392768724846364,
              "group_a_base": {
                "n_unweighted": 267,
                "n_weighted": 205.29465999607024,
                "n_eff": 266.16704701494234
              },
              "group_b_base": {
                "n_unweighted": 409,
                "n_weighted": 477.5396381554089,
                "n_eff": 392.23120380021794
              },
              "p_holm": 0.000058392768724846364,
              "family": "P5_BASELINE_AUDIENCE",
              "family_size": 2
            },
            "10": {
              "status": "reportable",
              "estimate": 17.970099922294825,
              "se": 3.882200233120862,
              "ci95": [
                10.361127284604933,
                25.579072559984716
              ],
              "p_raw": 0.0000036771232904312083,
              "group_a_base": {
                "n_unweighted": 257,
                "n_weighted": 197.29145569141946,
                "n_eff": 256.2096238301789
              },
              "group_b_base": {
                "n_unweighted": 390,
                "n_weighted": 452.3057390305468,
                "n_eff": 373.79129052980346
              },
              "p_holm": 0.0000073542465808624166,
              "family": "P5_BASELINE_AUDIENCE",
              "family_size": 2
            }
          }
        },
        {
          "analysis_id": "analysis_results.json#/tables/time_pressed_family/values/overall",
          "values": {
            "n_unweighted": 2970,
            "n_weighted": 2976.806577893322,
            "n_eff": 2766.408871962526,
            "eligible_n": 3000,
            "eligible_weighted_n": 3000.000000000001,
            "eligible_n_eff": 2793.994997043098,
            "structural_excluded_n": 0,
            "missing_counts": {
              "97": 30,
              "98": 0,
              "99": 0,
              "unexpected_blank": 0
            },
            "status": "reportable",
            "mean": 0.31020038233345265,
            "distribution_pct": {
              "0": 68.97996176665472,
              "1": 31.020038233345264
            }
          }
        }
      ]
    },
    {
      "model_finding_id": "F6",
      "proposition": "Test whether the service earns its price through useful planning support; the diagnostics suggest questions to investigate, not proven conversion mechanisms. Good/very good value falls from 63.21% at £7 to 42.97% at £10 (valid/eligible n=695/720 and 684/709), while easy/very easy affordability falls from 67.15% to 38.21% (699/720 and 690/709). Among routed nonpositive-intent respondents, monthly price is the main reason for 26.84% at £7 and 38.71% at £10 (305/314 and 408/421). At £7, free alternatives account for 23.05% and setup/ongoing effort for 19.13%, so a lower price alone does not address all reported barriers.",
      "evidence_refs": [
        "analysis_results.json#/tables/value_5/values/by_price/7",
        "analysis_results.json#/tables/value_5/values/by_price/10",
        "analysis_results.json#/tables/affordability_5/values/by_price/7",
        "analysis_results.json#/tables/affordability_5/values/by_price/10",
        "analysis_results.json#/tables/reason_not_commit/values/by_price/7",
        "analysis_results.json#/tables/reason_not_commit/values/by_price/10"
      ],
      "importance": "secondary",
      "claim_strength": "Descriptive diagnostic evidence; recommendation for behavioural investigation.",
      "qualification": "No confirmatory tests apply to these diagnostic comparisons. P11 includes only valid intent categories 1–3, so its composition changes with price and its percentages do not describe all assigned households. The ratings do not identify independent causal drivers.",
      "topic_cluster": "behavioural_test_questions",
      "original_proposition": "Test whether the service earns its price through useful planning support; the diagnostics suggest questions to investigate, not proven conversion mechanisms. Good/very good value falls from 63.21% at £7 to 42.97% at £10 (valid/eligible n=695/720 and 684/709), while easy/very easy affordability falls from 67.15% to 38.21% (699/720 and 690/709). Among routed nonpositive-intent respondents, monthly price is the main reason for 26.84% at £7 and 38.71% at £10 (305/314 and 408/421). At £7, free alternatives account for 23.05% and setup/ongoing effort for 19.13%, so a lower price alone does not address all reported barriers.",
      "original_importance": "secondary",
      "review": {
        "decision": "accept",
        "text": "Test whether the service earns its price through useful planning support; the diagnostics suggest questions to investigate, not proven conversion mechanisms. Good/very good value falls from 63.21% at £7 to 42.97% at £10 (valid/eligible n=695/720 and 684/709), while easy/very easy affordability falls from 67.15% to 38.21% (699/720 and 690/709). Among routed nonpositive-intent respondents, monthly price is the main reason for 26.84% at £7 and 38.71% at £10 (305/314 and 408/421). At £7, free alternatives account for 23.05% and setup/ongoing effort for 19.13%, so a lower price alone does not address all reported barriers.",
        "reason": "",
        "importance": "secondary"
      },
      "evidence": [
        {
          "analysis_id": "analysis_results.json#/tables/value_5/values/by_price/7",
          "values": {
            "n_unweighted": 695,
            "n_weighted": 700.8358398452262,
            "n_eff": 648.0311526395243,
            "eligible_n": 720,
            "eligible_weighted_n": 725.9110352020074,
            "eligible_n_eff": 671.4508282834634,
            "structural_excluded_n": 30,
            "missing_counts": {
              "97": 21,
              "98": 2,
              "99": 2,
              "unexpected_blank": 0
            },
            "status": "reportable",
            "mean": 3.768471790890269,
            "distribution_pct": {
              "1": 4.554865424430641,
              "2": 13.053183229813664,
              "3": 19.180253623188406,
              "4": 27.41330227743271,
              "5": 35.79839544513458
            },
            "top2_pct": 63.211697722567294,
            "bottom2_pct": 17.608048654244307
          }
        },
        {
          "analysis_id": "analysis_results.json#/tables/value_5/values/by_price/10",
          "values": {
            "n_unweighted": 684,
            "n_weighted": 685.9857015462284,
            "n_eff": 637.7289460907073,
            "eligible_n": 709,
            "eligible_weighted_n": 711.9224316440201,
            "eligible_n_eff": 660.5734536004774,
            "structural_excluded_n": 41,
            "missing_counts": {
              "97": 16,
              "98": 2,
              "99": 7,
              "unexpected_blank": 0
            },
            "status": "reportable",
            "mean": 3.2194202994348418,
            "distribution_pct": {
              "1": 10.255478071190138,
              "2": 20.044948276431903,
              "3": 26.72769937535116,
              "4": 23.44581419175728,
              "5": 19.526060085269524
            },
            "top2_pct": 42.9718742770268,
            "bottom2_pct": 30.300426347622043
          }
        },
        {
          "analysis_id": "analysis_results.json#/tables/affordability_5/values/by_price/7",
          "values": {
            "n_unweighted": 699,
            "n_weighted": 706.5945194298758,
            "n_eff": 651.9019448609308,
            "eligible_n": 720,
            "eligible_weighted_n": 725.9110352020074,
            "eligible_n_eff": 671.4508282834634,
            "structural_excluded_n": 30,
            "missing_counts": {
              "97": 14,
              "98": 3,
              "99": 4,
              "unexpected_blank": 0
            },
            "status": "reportable",
            "mean": 3.8631200667393957,
            "distribution_pct": {
              "1": 1.1454790476801642,
              "2": 6.994802027850865,
              "3": 24.706410832317268,
              "4": 38.70884938715267,
              "5": 28.444458704999036
            },
            "top2_pct": 67.1533080921517,
            "bottom2_pct": 8.140281075531028
          }
        },
        {
          "analysis_id": "analysis_results.json#/tables/affordability_5/values/by_price/10",
          "values": {
            "n_unweighted": 690,
            "n_weighted": 694.7824246912836,
            "n_eff": 642.9443521338802,
            "eligible_n": 709,
            "eligible_weighted_n": 711.9224316440201,
            "eligible_n_eff": 660.5734536004774,
            "structural_excluded_n": 41,
            "missing_counts": {
              "97": 14,
              "98": 3,
              "99": 2,
              "unexpected_blank": 0
            },
            "status": "reportable",
            "mean": 3.1656387665198236,
            "distribution_pct": {
              "1": 6.516560613476913,
              "2": 19.83684124653288,
              "3": 35.441344428128566,
              "4": 26.976668298254204,
              "5": 11.22858541360744
            },
            "top2_pct": 38.205253711861644,
            "bottom2_pct": 26.353401860009793
          }
        },
        {
          "analysis_id": "analysis_results.json#/tables/reason_not_commit/values/by_price/7",
          "values": {
            "n_unweighted": 305,
            "n_weighted": 320.0601562854251,
            "n_eff": 283.46083187897466,
            "eligible_n": 314,
            "eligible_weighted_n": 330.76132464745103,
            "eligible_n_eff": 291.66604452301175,
            "structural_excluded_n": 436,
            "missing_counts": {
              "97": 7,
              "98": 0,
              "99": 2,
              "unexpected_blank": 0
            },
            "status": "reportable",
            "mean": 2.904795636466671,
            "distribution_pct": {
              "1": 26.8399801657576,
              "2": 23.05022313522703,
              "3": 15.754055394205569,
              "4": 8.365800099171212,
              "5": 19.12587660267762,
              "6": 6.864064602960967
            }
          }
        },
        {
          "analysis_id": "analysis_results.json#/tables/reason_not_commit/values/by_price/10",
          "values": {
            "n_unweighted": 408,
            "n_weighted": 422.28805489638927,
            "n_eff": 380.3141324294519,
            "eligible_n": 421,
            "eligible_weighted_n": 435.36977977962863,
            "eligible_n_eff": 392.3257475894251,
            "structural_excluded_n": 329,
            "missing_counts": {
              "97": 11,
              "98": 0,
              "99": 2,
              "unexpected_blank": 0
            },
            "status": "reportable",
            "mean": 2.6102759583378075,
            "distribution_pct": {
              "1": 38.709331042628584,
              "2": 16.884999463116074,
              "3": 14.79115215290454,
              "4": 10.055835928272307,
              "5": 13.400622785353807,
              "6": 6.158058627724686
            }
          }
        }
      ]
    }
  ],
  "cited_tables": [
    {
      "analysis_id": "analysis_results.json#/tables/audience_intent/values/groups",
      "values": {
        "7": {
          "0": {
            "n_unweighted": 409,
            "n_weighted": 477.5396381554089,
            "n_eff": 392.23120380021794,
            "eligible_n": 444,
            "eligible_weighted_n": 520.1629358685632,
            "eligible_n_eff": 426.14751754561365,
            "observed_valid_base": {
              "n_unweighted": 409,
              "n_weighted": 477.5396381554089,
              "n_eff": 392.23120380021794
            },
            "module_eligible_base": {
              "n_unweighted": 429,
              "n_weighted": 502.22941007542227,
              "n_eff": 411.9364891750543
            },
            "missing_counts": {
              "97": 14,
              "98": 4,
              "99": 2,
              "structural_blank": 15
            },
            "nonvalid_weighted_share": 0.08194220459399384,
            "status": "reportable",
            "estimand": "valid_case_stated_intent",
            "mean": 0.4709680482362437,
            "pct": 47.096804823624375,
            "variance": 0.0006348758514388304,
            "se": 0.02519674287361028,
            "ci95_pct": [
              42.158333967625126,
              52.035275679623616
            ],
            "distribution_pct": {
              "1": 22.560888762284574,
              "2": 18.525376252195798,
              "3": 11.816930161895268,
              "4": 27.32754118596591,
              "5": 19.769263637658458
            }
          },
          "1": {
            "n_unweighted": 267,
            "n_weighted": 205.29465999607024,
            "n_eff": 266.16704701494234,
            "eligible_n": 299,
            "eligible_weighted_n": 229.87107208174007,
            "eligible_n_eff": 298.06667401206784,
            "observed_valid_base": {
              "n_unweighted": 267,
              "n_weighted": 205.29465999607024,
              "n_eff": 266.16704701494234
            },
            "module_eligible_base": {
              "n_unweighted": 284,
              "n_weighted": 218.19500914436003,
              "n_eff": 283.11073616256465
            },
            "missing_counts": {
              "97": 10,
              "98": 5,
              "99": 2,
              "structural_blank": 15
            },
            "nonvalid_weighted_share": 0.10691389683400729,
            "status": "reportable",
            "estimand": "valid_case_stated_intent",
            "mean": 0.6273881833241304,
            "pct": 62.73881833241304,
            "variance": 0.0008797423989125186,
            "se": 0.029660451765145427,
            "ci95_pct": [
              56.92547660992579,
              68.55216005490028
            ],
            "distribution_pct": {
              "1": 11.043622308117063,
              "2": 13.793484262838213,
              "3": 12.424075096631695,
              "4": 25.654334621755936,
              "5": 37.08448371065711
            }
          }
        },
        "10": {
          "0": {
            "n_unweighted": 390,
            "n_weighted": 452.3057390305468,
            "n_eff": 373.79129052980346,
            "eligible_n": 440,
            "eligible_weighted_n": 510.6860537174469,
            "eligible_n_eff": 421.2687199175686,
            "observed_valid_base": {
              "n_unweighted": 390,
              "n_weighted": 452.3057390305468,
              "n_eff": 373.79129052980346
            },
            "module_eligible_base": {
              "n_unweighted": 423,
              "n_weighted": 492.4577923550129,
              "n_eff": 405.3179439687497
            },
            "missing_counts": {
              "97": 27,
              "98": 2,
              "99": 4,
              "structural_blank": 17
            },
            "nonvalid_weighted_share": 0.11431742508324087,
            "status": "reportable",
            "estimand": "valid_case_stated_intent",
            "mean": 0.28260651629072686,
            "pct": 28.260651629072687,
            "variance": 0.0005322198428947806,
            "se": 0.023069890396245504,
            "ci95_pct": [
              23.73903619867992,
              32.782267059465454
            ],
            "distribution_pct": {
              "1": 38.99749373433584,
              "2": 20.94736842105263,
              "3": 11.79448621553885,
              "4": 15.238095238095243,
              "5": 13.022556390977446
            }
          },
          "1": {
            "n_unweighted": 257,
            "n_weighted": 197.29145569141946,
            "n_eff": 256.2096238301789,
            "eligible_n": 302,
            "eligible_weighted_n": 231.36742189507424,
            "eligible_n_eff": 301.0642126777543,
            "observed_valid_base": {
              "n_unweighted": 257,
              "n_weighted": 197.29145569141946,
              "n_eff": 256.2096238301789
            },
            "module_eligible_base": {
              "n_unweighted": 278,
              "n_weighted": 213.09381659890272,
              "n_eff": 277.14104072355605
            },
            "missing_counts": {
              "97": 18,
              "98": 2,
              "99": 1,
              "structural_blank": 24
            },
            "nonvalid_weighted_share": 0.147280744732974,
            "status": "reportable",
            "estimand": "valid_case_stated_intent",
            "mean": 0.4623075155136751,
            "pct": 46.23075155136751,
            "variance": 0.0009749280221095865,
            "se": 0.03122383740204888,
            "ci95_pct": [
              40.11099187465246,
              52.35051122808257
            ],
            "distribution_pct": {
              "1": 21.351413468168232,
              "2": 15.490691794989658,
              "3": 16.927143185474602,
              "4": 22.029418524477133,
              "5": 24.201333026890364
            }
          }
        }
      }
    },
    {
      "analysis_id": "analysis_results.json#/tables/audience_intent/values/contrasts",
      "values": {
        "7": {
          "status": "reportable",
          "estimate": 15.642013508788665,
          "se": 3.8918096694871256,
          "ci95": [
            8.014206721909169,
            23.26982029566816
          ],
          "p_raw": 0.000058392768724846364,
          "group_a_base": {
            "n_unweighted": 267,
            "n_weighted": 205.29465999607024,
            "n_eff": 266.16704701494234
          },
          "group_b_base": {
            "n_unweighted": 409,
            "n_weighted": 477.5396381554089,
            "n_eff": 392.23120380021794
          },
          "p_holm": 0.000058392768724846364,
          "family": "P5_BASELINE_AUDIENCE",
          "family_size": 2
        },
        "10": {
          "status": "reportable",
          "estimate": 17.970099922294825,
          "se": 3.882200233120862,
          "ci95": [
            10.361127284604933,
            25.579072559984716
          ],
          "p_raw": 0.0000036771232904312083,
          "group_a_base": {
            "n_unweighted": 257,
            "n_weighted": 197.29145569141946,
            "n_eff": 256.2096238301789
          },
          "group_b_base": {
            "n_unweighted": 390,
            "n_weighted": 452.3057390305468,
            "n_eff": 373.79129052980346
          },
          "p_holm": 0.0000073542465808624166,
          "family": "P5_BASELINE_AUDIENCE",
          "family_size": 2
        }
      }
    },
    {
      "analysis_id": "analysis_results.json#/tables/time_pressed_family/values/overall",
      "values": {
        "n_unweighted": 2970,
        "n_weighted": 2976.806577893322,
        "n_eff": 2766.408871962526,
        "eligible_n": 3000,
        "eligible_weighted_n": 3000.000000000001,
        "eligible_n_eff": 2793.994997043098,
        "structural_excluded_n": 0,
        "missing_counts": {
          "97": 30,
          "98": 0,
          "99": 0,
          "unexpected_blank": 0
        },
        "status": "reportable",
        "mean": 0.31020038233345265,
        "distribution_pct": {
          "0": 68.97996176665472,
          "1": 31.020038233345264
        }
      }
    },
    {
      "analysis_id": "analysis_results.json#/tables/value_5/values/by_price/7",
      "values": {
        "n_unweighted": 695,
        "n_weighted": 700.8358398452262,
        "n_eff": 648.0311526395243,
        "eligible_n": 720,
        "eligible_weighted_n": 725.9110352020074,
        "eligible_n_eff": 671.4508282834634,
        "structural_excluded_n": 30,
        "missing_counts": {
          "97": 21,
          "98": 2,
          "99": 2,
          "unexpected_blank": 0
        },
        "status": "reportable",
        "mean": 3.768471790890269,
        "distribution_pct": {
          "1": 4.554865424430641,
          "2": 13.053183229813664,
          "3": 19.180253623188406,
          "4": 27.41330227743271,
          "5": 35.79839544513458
        },
        "top2_pct": 63.211697722567294,
        "bottom2_pct": 17.608048654244307
      }
    },
    {
      "analysis_id": "analysis_results.json#/tables/value_5/values/by_price/10",
      "values": {
        "n_unweighted": 684,
        "n_weighted": 685.9857015462284,
        "n_eff": 637.7289460907073,
        "eligible_n": 709,
        "eligible_weighted_n": 711.9224316440201,
        "eligible_n_eff": 660.5734536004774,
        "structural_excluded_n": 41,
        "missing_counts": {
          "97": 16,
          "98": 2,
          "99": 7,
          "unexpected_blank": 0
        },
        "status": "reportable",
        "mean": 3.2194202994348418,
        "distribution_pct": {
          "1": 10.255478071190138,
          "2": 20.044948276431903,
          "3": 26.72769937535116,
          "4": 23.44581419175728,
          "5": 19.526060085269524
        },
        "top2_pct": 42.9718742770268,
        "bottom2_pct": 30.300426347622043
      }
    },
    {
      "analysis_id": "analysis_results.json#/tables/affordability_5/values/by_price/7",
      "values": {
        "n_unweighted": 699,
        "n_weighted": 706.5945194298758,
        "n_eff": 651.9019448609308,
        "eligible_n": 720,
        "eligible_weighted_n": 725.9110352020074,
        "eligible_n_eff": 671.4508282834634,
        "structural_excluded_n": 30,
        "missing_counts": {
          "97": 14,
          "98": 3,
          "99": 4,
          "unexpected_blank": 0
        },
        "status": "reportable",
        "mean": 3.8631200667393957,
        "distribution_pct": {
          "1": 1.1454790476801642,
          "2": 6.994802027850865,
          "3": 24.706410832317268,
          "4": 38.70884938715267,
          "5": 28.444458704999036
        },
        "top2_pct": 67.1533080921517,
        "bottom2_pct": 8.140281075531028
      }
    },
    {
      "analysis_id": "analysis_results.json#/tables/affordability_5/values/by_price/10",
      "values": {
        "n_unweighted": 690,
        "n_weighted": 694.7824246912836,
        "n_eff": 642.9443521338802,
        "eligible_n": 709,
        "eligible_weighted_n": 711.9224316440201,
        "eligible_n_eff": 660.5734536004774,
        "structural_excluded_n": 41,
        "missing_counts": {
          "97": 14,
          "98": 3,
          "99": 2,
          "unexpected_blank": 0
        },
        "status": "reportable",
        "mean": 3.1656387665198236,
        "distribution_pct": {
          "1": 6.516560613476913,
          "2": 19.83684124653288,
          "3": 35.441344428128566,
          "4": 26.976668298254204,
          "5": 11.22858541360744
        },
        "top2_pct": 38.205253711861644,
        "bottom2_pct": 26.353401860009793
      }
    },
    {
      "analysis_id": "analysis_results.json#/tables/reason_not_commit/values/by_price/7",
      "values": {
        "n_unweighted": 305,
        "n_weighted": 320.0601562854251,
        "n_eff": 283.46083187897466,
        "eligible_n": 314,
        "eligible_weighted_n": 330.76132464745103,
        "eligible_n_eff": 291.66604452301175,
        "structural_excluded_n": 436,
        "missing_counts": {
          "97": 7,
          "98": 0,
          "99": 2,
          "unexpected_blank": 0
        },
        "status": "reportable",
        "mean": 2.904795636466671,
        "distribution_pct": {
          "1": 26.8399801657576,
          "2": 23.05022313522703,
          "3": 15.754055394205569,
          "4": 8.365800099171212,
          "5": 19.12587660267762,
          "6": 6.864064602960967
        }
      }
    },
    {
      "analysis_id": "analysis_results.json#/tables/reason_not_commit/values/by_price/10",
      "values": {
        "n_unweighted": 408,
        "n_weighted": 422.28805489638927,
        "n_eff": 380.3141324294519,
        "eligible_n": 421,
        "eligible_weighted_n": 435.36977977962863,
        "eligible_n_eff": 392.3257475894251,
        "structural_excluded_n": 329,
        "missing_counts": {
          "97": 11,
          "98": 0,
          "99": 2,
          "unexpected_blank": 0
        },
        "status": "reportable",
        "mean": 2.6102759583378075,
        "distribution_pct": {
          "1": 38.709331042628584,
          "2": 16.884999463116074,
          "3": 14.79115215290454,
          "4": 10.055835928272307,
          "5": 13.400622785353807,
          "6": 6.158058627724686
        }
      }
    }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"study_id": "SBT-006",
  "source_sha256": "591dbccf2eff795fcb65c11c130f8dc13ba510e2a4856e9310a8d22b9469ca9e",
  "analysis_sha256": "5868f797b0c24d378da705e3b9d1d94e6873bf9285d69d47f9d0c5e79a9bb50e",
  "approved_at": "2026-09-22T06:32:30.216Z",
  "universe": "Reached module AND intent_5 is 3, 4 or 5. Missing intent does not satisfy the route.",
  "review_record": {
    "findings": {
      "F1": {
        "decision": "accept",
        "text": "Prioritise £7 and £10 for real-behaviour testing, retaining both rather than selecting a winner. Their valid-case gross price-times-stated-interest proxies are £3.63 and £3.36 per hypothetical household-month, versus £2.67 at £4 and £2.58 at £13. The £7-minus-£10 difference is £0.270 (95% CI −£0.189 to £0.728; Holm p=0.498). Both middle prices exceed both endpoints on this proxy after adjustment: £7 versus £4 p=7.47e−9, £7 versus £13 p=0.000097, £10 versus £4 p=0.00264, and £10 versus £13 p=0.0139. [software QA edit]",
        "reason": "Software QA: verify original wording survives a revision. No human assessment.",
        "importance": "primary"
      },
      "F2": {
        "decision": "accept",
        "text": "The middle-price decision trades substantially more stated interest at £7 against a higher price at £10. Positive intent is 66.84%, 51.90%, 33.63% and 19.82% at £4/£7/£10/£13. The £7-minus-£10 contrast is 18.27 percentage points (95% CI 12.90–23.63; Holm p=7.34e−11); all six valid-case price contrasts survive Holm adjustment. The full distributions reinforce the pattern: percentages in categories [definitely not, probably not, might or might not, probably would, definitely would] are £4 [10.98,10.44,11.74,23.96,42.88], £7 [18.97,17.10,12.04,26.88,25.02], £10 [33.44,19.48,13.46,17.25,16.38] and £13 [55.81,18.22,6.15,12.73,7.08]. Bottom-two shares are respectively 21.42%, 36.07%, 52.91% and 74.03%.",
        "reason": "",
        "importance": "primary"
      },
      "F3": {
        "decision": "accept",
        "text": "Assumed costs change the contribution point leader, without establishing superiority between £7 and £10. At costs of £0.50, £2 and £3 per proxy-positive subscriber-month, valid-case contribution proxies in price order £4/£7/£10/£13 are [£2.339,£3.373,£3.195,£2.477], [£1.337,£2.595,£2.690,£2.180] and [£0.668,£2.076,£2.354,£1.982]. Thus £7 leads at £0.50 cost and £10 at £2 and £3. The corresponding £7-minus-£10 differences are £0.178 (95% CI −£0.254 to £0.611; Holm p=1.000), −£0.096 (−£0.449 to £0.258; p=1.000) and −£0.278 (−£0.580 to £0.023; p=0.418). Both middle prices exceed £4 in all three scenarios after adjustment. Neither exceeds £13 after adjustment at the £2 or £3 costs; at £0.50, £7 exceeds £13 (p=0.00140), while £10 does not (p=0.0623).",
        "reason": "",
        "importance": "primary"
      },
      "F4": {
        "decision": "accept",
        "text": "Missing responses materially qualify the financial ranking, although the recorded-interest gradient persists. Weighted nonvalid intent shares increase across £4/£7/£10/£13: 5.58%, 8.99%, 12.35%, 15.46%. Conservatively scoring every nonvalid response as zero gives recorded-positive yields of 63.11%, 47.23%, 29.48%, 16.75%; all six P2 contrasts remain significant after Holm adjustment. For £7 versus £10 the difference is 17.76 points (95% CI 12.79–22.72; p=7.33e−12). At the £2 cost, all-assigned contribution proxies are almost identical at £7 and £10: £2.362 (95% CI £2.177–£2.546) versus £2.358 (£2.092–£2.624), reversing the small valid-case numerical lead. Logical completion ranges for positive intent are [63.11%,68.69%], [47.23%,56.22%], [29.48%,41.83%], [16.75%,32.22%].",
        "reason": "",
        "importance": "primary"
      },
      "F5": {
        "decision": "accept",
        "text": "Include time-pressed families as a prespecified audience in the behavioural test. At £7, positive intent is 62.74% among households with children and high baseline weekday meal pressure versus 47.10% among other classified households: +15.64 points (95% CI 8.01–23.27; Holm p=0.0000584; valid n=267 versus 409). At £10 the figures are 46.23% versus 28.26%: +17.97 points (10.36–25.58; p=0.00000735; n=257 versus 390). This audience constitutes 31.02% of the weighted classified baseline sample, with 2,970 classified and 30 unknown.",
        "reason": "",
        "importance": "secondary"
      },
      "F6": {
        "decision": "accept",
        "text": "Test whether the service earns its price through useful planning support; the diagnostics suggest questions to investigate, not proven conversion mechanisms. Good/very good value falls from 63.21% at £7 to 42.97% at £10 (valid/eligible n=695/720 and 684/709), while easy/very easy affordability falls from 67.15% to 38.21% (699/720 and 690/709). Among routed nonpositive-intent respondents, monthly price is the main reason for 26.84% at £7 and 38.71% at £10 (305/314 and 408/421). At £7, free alternatives account for 23.05% and setup/ongoing effort for 19.13%, so a lower price alone does not address all reported barriers.",
        "reason": "",
        "importance": "secondary"
      },
      "F7": {
        "decision": "accept",
        "text": "The next study must measure payment and subsequent use directly; hypothetical use cannot validate the price proxies. Respondents eligible for the imagined-use question report means of 4.22 days per week at £7 and 4.02 at £10, but valid/eligible bases are only 415/449 and 302/326 because routing admits intent categories 3–5. Nor can the exploratory older, comfortable, paid-planning niche justify a premium-price recommendation: its price-specific valid bases are 20, 15, 20 and 16, all suppressed.",
        "reason": "",
        "importance": "context"
      }
    },
    "beats": {
      "1": {
        "include": true,
        "title": "Advance £7 and £10 as competing behavioural-test candidates",
        "order": 1
      },
      "2": {
        "include": true,
        "title": "Explain the interest sacrificed as price rises",
        "order": 2
      },
      "3": {
        "include": true,
        "title": "Show why assumed costs and missing responses prevent a single-price conclusion",
        "order": 3
      },
      "4": {
        "include": true,
        "title": "Focus test recruitment and investigation on audience interest and perceived value",
        "order": 4
      },
      "5": {
        "include": true,
        "title": "Require observed payment and repeat use before making a market decision",
        "order": 5
      }
    },
    "missed": "",
    "minutes": "",
    "notes": "SOFTWARE QA ONLY. Acceptance here tests export mechanics and is not substantive researcher approval.",
    "approved": true,
    "started_at": "2026-09-22T06:32:30.027Z",
    "approved_at": "2026-09-22T06:32:30.216Z"
  },
  "preparation_review": {
    "baseline": "SOFTWARE QA ONLY: check the preparation/review/export loop. This is not an independent researcher assessment.",
    "prepared": true,
    "revisedEvidence": null,
    "revision": 0
  },
  "qualifications": "Imagined use is conditional on a selected intent group and is neither observed engagement nor corroboration of paid conversion. Pooling the niche across prices cannot rescue price-specific inference. Actual conversion, repeat use, retention and costs remain unmeasured.",
  "chart_table": "tables.anticipated_use_days_7",
  "original_beat": {
    "order": 5,
    "finding_refs": [
      "F7"
    ],
    "headline_intent": "Require observed payment and repeat use before making a market decision",
    "analytical_relationship": "Measurement and small-cell limits define what the proposed behavioural test must resolve.",
    "original_order": 5,
    "original_headline_intent": "Require observed payment and repeat use before making a market decision"
  },
  "findings": [
    {
      "model_finding_id": "F7",
      "proposition": "The next study must measure payment and subsequent use directly; hypothetical use cannot validate the price proxies. Respondents eligible for the imagined-use question report means of 4.22 days per week at £7 and 4.02 at £10, but valid/eligible bases are only 415/449 and 302/326 because routing admits intent categories 3–5. Nor can the exploratory older, comfortable, paid-planning niche justify a premium-price recommendation: its price-specific valid bases are 20, 15, 20 and 16, all suppressed.",
      "evidence_refs": [
        "analysis_results.json#/tables/anticipated_use_days_7/values/by_price/7",
        "analysis_results.json#/tables/anticipated_use_days_7/values/by_price/10",
        "analysis_results.json#/tables/premium_niche/values"
      ],
      "importance": "context",
      "claim_strength": "Measurement limitation and mandatory small-cell suppression.",
      "qualification": "Imagined use is conditional on a selected intent group and is neither observed engagement nor corroboration of paid conversion. Pooling the niche across prices cannot rescue price-specific inference. Actual conversion, repeat use, retention and costs remain unmeasured.",
      "topic_cluster": "validation_requirements",
      "original_proposition": "The next study must measure payment and subsequent use directly; hypothetical use cannot validate the price proxies. Respondents eligible for the imagined-use question report means of 4.22 days per week at £7 and 4.02 at £10, but valid/eligible bases are only 415/449 and 302/326 because routing admits intent categories 3–5. Nor can the exploratory older, comfortable, paid-planning niche justify a premium-price recommendation: its price-specific valid bases are 20, 15, 20 and 16, all suppressed.",
      "original_importance": "context",
      "review": {
        "decision": "accept",
        "text": "The next study must measure payment and subsequent use directly; hypothetical use cannot validate the price proxies. Respondents eligible for the imagined-use question report means of 4.22 days per week at £7 and 4.02 at £10, but valid/eligible bases are only 415/449 and 302/326 because routing admits intent categories 3–5. Nor can the exploratory older, comfortable, paid-planning niche justify a premium-price recommendation: its price-specific valid bases are 20, 15, 20 and 16, all suppressed.",
        "reason": "",
        "importance": "context"
      },
      "evidence": [
        {
          "analysis_id": "analysis_results.json#/tables/anticipated_use_days_7/values/by_price/7",
          "values": {
            "n_unweighted": 415,
            "n_weighted": 409.274345913756,
            "n_eff": 388.71239491187396,
            "eligible_n": 449,
            "eligible_weighted_n": 439.58676561720665,
            "eligible_n_eff": 420.11186456588376,
            "structural_excluded_n": 301,
            "missing_counts": {
              "97": 20,
              "98": 6,
              "99": 8,
              "unexpected_blank": 0
            },
            "status": "reportable",
            "mean": 4.219477066253046,
            "distribution_pct": {
              "0": 0.731220917349878,
              "1": 3.6173277199202305,
              "2": 8.165300243740306,
              "3": 16.63527586970973,
              "4": 26.66186572124972,
              "5": 23.792377575891862,
              "6": 16.291823620651446,
              "7": 4.104808331486815
            }
          }
        },
        {
          "analysis_id": "analysis_results.json#/tables/anticipated_use_days_7/values/by_price/10",
          "values": {
            "n_unweighted": 302,
            "n_weighted": 287.2084762926801,
            "n_eff": 283.32819683476816,
            "eligible_n": 326,
            "eligible_weighted_n": 308.8828766191564,
            "eligible_n_eff": 306.1259973941582,
            "structural_excluded_n": 424,
            "missing_counts": {
              "97": 14,
              "98": 4,
              "99": 6,
              "unexpected_blank": 0
            },
            "status": "reportable",
            "mean": 4.020287338174929,
            "distribution_pct": {
              "0": 0.5367856015156299,
              "1": 3.4812125039469533,
              "2": 8.39122197663404,
              "3": 22.687085569940006,
              "4": 26.491948215977274,
              "5": 25.434164824755296,
              "6": 10.277865487843384,
              "7": 2.699715819387433
            }
          }
        },
        {
          "analysis_id": "analysis_results.json#/tables/premium_niche/values",
          "values": {
            "4": {
              "n_unweighted": 20,
              "n_weighted": 18.95376430223244,
              "n_eff": 19.780821917808215,
              "eligible_n": 22,
              "eligible_weighted_n": 20.948897386677963,
              "eligible_n_eff": 21.777777777777786,
              "observed_valid_base": {
                "n_unweighted": 20,
                "n_weighted": 18.95376430223244,
                "n_eff": 19.780821917808215
              },
              "module_eligible_base": {
                "n_unweighted": 22,
                "n_weighted": 20.948897386677963,
                "n_eff": 21.777777777777786
              },
              "missing_counts": {
                "97": 1,
                "98": 1,
                "99": 0,
                "structural_blank": 0
              },
              "status": "suppressed",
              "estimand": "valid_case_stated_intent"
            },
            "7": {
              "n_unweighted": 15,
              "n_weighted": 14.464714862230021,
              "n_eff": 14.884955752212392,
              "eligible_n": 17,
              "eligible_weighted_n": 16.21045631111985,
              "eligible_n_eff": 16.83266932270916,
              "observed_valid_base": {
                "n_unweighted": 15,
                "n_weighted": 14.464714862230021,
                "n_eff": 14.884955752212392
              },
              "module_eligible_base": {
                "n_unweighted": 16,
                "n_weighted": 15.46228140445278,
                "n_eff": 15.884297520661157
              },
              "missing_counts": {
                "97": 0,
                "98": 1,
                "99": 0,
                "structural_blank": 1
              },
              "status": "suppressed",
              "estimand": "valid_case_stated_intent"
            },
            "10": {
              "n_unweighted": 20,
              "n_weighted": 18.20558939556537,
              "n_eff": 19.664206642066414,
              "eligible_n": 20,
              "eligible_weighted_n": 18.20558939556537,
              "eligible_n_eff": 19.664206642066414,
              "observed_valid_base": {
                "n_unweighted": 20,
                "n_weighted": 18.20558939556537,
                "n_eff": 19.664206642066414
              },
              "module_eligible_base": {
                "n_unweighted": 20,
                "n_weighted": 18.20558939556537,
                "n_eff": 19.664206642066414
              },
              "missing_counts": {
                "97": 0,
                "98": 0,
                "99": 0,
                "structural_blank": 0
              },
              "status": "suppressed",
              "estimand": "valid_case_stated_intent"
            },
            "13": {
              "n_unweighted": 16,
              "n_weighted": 15.212889768897089,
              "n_eff": 15.834042553191487,
              "eligible_n": 19,
              "eligible_weighted_n": 18.20558939556537,
              "eligible_n_eff": 18.830388692579508,
              "observed_valid_base": {
                "n_unweighted": 16,
                "n_weighted": 15.212889768897089,
                "n_eff": 15.834042553191487
              },
              "module_eligible_base": {
                "n_unweighted": 19,
                "n_weighted": 18.20558939556537,
                "n_eff": 18.830388692579508
              },
              "missing_counts": {
                "97": 2,
                "98": 0,
                "99": 1,
                "structural_blank": 0
              },
              "status": "suppressed",
              "estimand": "valid_case_stated_intent"
            }
          }
        }
      ]
    }
  ],
  "cited_tables": [
    {
      "analysis_id": "analysis_results.json#/tables/anticipated_use_days_7/values/by_price/7",
      "values": {
        "n_unweighted": 415,
        "n_weighted": 409.274345913756,
        "n_eff": 388.71239491187396,
        "eligible_n": 449,
        "eligible_weighted_n": 439.58676561720665,
        "eligible_n_eff": 420.11186456588376,
        "structural_excluded_n": 301,
        "missing_counts": {
          "97": 20,
          "98": 6,
          "99": 8,
          "unexpected_blank": 0
        },
        "status": "reportable",
        "mean": 4.219477066253046,
        "distribution_pct": {
          "0": 0.731220917349878,
          "1": 3.6173277199202305,
          "2": 8.165300243740306,
          "3": 16.63527586970973,
          "4": 26.66186572124972,
          "5": 23.792377575891862,
          "6": 16.291823620651446,
          "7": 4.104808331486815
        }
      }
    },
    {
      "analysis_id": "analysis_results.json#/tables/anticipated_use_days_7/values/by_price/10",
      "values": {
        "n_unweighted": 302,
        "n_weighted": 287.2084762926801,
        "n_eff": 283.32819683476816,
        "eligible_n": 326,
        "eligible_weighted_n": 308.8828766191564,
        "eligible_n_eff": 306.1259973941582,
        "structural_excluded_n": 424,
        "missing_counts": {
          "97": 14,
          "98": 4,
          "99": 6,
          "unexpected_blank": 0
        },
        "status": "reportable",
        "mean": 4.020287338174929,
        "distribution_pct": {
          "0": 0.5367856015156299,
          "1": 3.4812125039469533,
          "2": 8.39122197663404,
          "3": 22.687085569940006,
          "4": 26.491948215977274,
          "5": 25.434164824755296,
          "6": 10.277865487843384,
          "7": 2.699715819387433
        }
      }
    },
    {
      "analysis_id": "analysis_results.json#/tables/premium_niche/values",
      "values": {
        "4": {
          "n_unweighted": 20,
          "n_weighted": 18.95376430223244,
          "n_eff": 19.780821917808215,
          "eligible_n": 22,
          "eligible_weighted_n": 20.948897386677963,
          "eligible_n_eff": 21.777777777777786,
          "observed_valid_base": {
            "n_unweighted": 20,
            "n_weighted": 18.95376430223244,
            "n_eff": 19.780821917808215
          },
          "module_eligible_base": {
            "n_unweighted": 22,
            "n_weighted": 20.948897386677963,
            "n_eff": 21.777777777777786
          },
          "missing_counts": {
            "97": 1,
            "98": 1,
            "99": 0,
            "structural_blank": 0
          },
          "status": "suppressed",
          "estimand": "valid_case_stated_intent"
        },
        "7": {
          "n_unweighted": 15,
          "n_weighted": 14.464714862230021,
          "n_eff": 14.884955752212392,
          "eligible_n": 17,
          "eligible_weighted_n": 16.21045631111985,
          "eligible_n_eff": 16.83266932270916,
          "observed_valid_base": {
            "n_unweighted": 15,
            "n_weighted": 14.464714862230021,
            "n_eff": 14.884955752212392
          },
          "module_eligible_base": {
            "n_unweighted": 16,
            "n_weighted": 15.46228140445278,
            "n_eff": 15.884297520661157
          },
          "missing_counts": {
            "97": 0,
            "98": 1,
            "99": 0,
            "structural_blank": 1
          },
          "status": "suppressed",
          "estimand": "valid_case_stated_intent"
        },
        "10": {
          "n_unweighted": 20,
          "n_weighted": 18.20558939556537,
          "n_eff": 19.664206642066414,
          "eligible_n": 20,
          "eligible_weighted_n": 18.20558939556537,
          "eligible_n_eff": 19.664206642066414,
          "observed_valid_base": {
            "n_unweighted": 20,
            "n_weighted": 18.20558939556537,
            "n_eff": 19.664206642066414
          },
          "module_eligible_base": {
            "n_unweighted": 20,
            "n_weighted": 18.20558939556537,
            "n_eff": 19.664206642066414
          },
          "missing_counts": {
            "97": 0,
            "98": 0,
            "99": 0,
            "structural_blank": 0
          },
          "status": "suppressed",
          "estimand": "valid_case_stated_intent"
        },
        "13": {
          "n_unweighted": 16,
          "n_weighted": 15.212889768897089,
          "n_eff": 15.834042553191487,
          "eligible_n": 19,
          "eligible_weighted_n": 18.20558939556537,
          "eligible_n_eff": 18.830388692579508,
          "observed_valid_base": {
            "n_unweighted": 16,
            "n_weighted": 15.212889768897089,
            "n_eff": 15.834042553191487
          },
          "module_eligible_base": {
            "n_unweighted": 19,
            "n_weighted": 18.20558939556537,
            "n_eff": 18.830388692579508
          },
          "missing_counts": {
            "97": 2,
            "98": 0,
            "99": 1,
            "structural_blank": 0
          },
          "status": "suppressed",
          "estimand": "valid_case_stated_intent"
        }
      }
    }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743200"/>
            <a:ext cx="10972800" cy="0"/>
          </a:xfrm>
          <a:prstGeom prst="rect">
            <a:avLst/>
          </a:prstGeom>
          <a:noFill/>
          <a:ln/>
        </p:spPr>
        <p:txBody>
          <a:bodyPr wrap="square" rtlCol="0" anchor="ctr"/>
          <a:lstStyle/>
          <a:p>
            <a:pPr indent="0" marL="0">
              <a:buNone/>
            </a:pPr>
            <a:r>
              <a:rPr lang="en-US" sz="2800" b="1" dirty="0">
                <a:solidFill>
                  <a:srgbClr val="24302A"/>
                </a:solidFill>
                <a:latin typeface="Arial" pitchFamily="34" charset="0"/>
                <a:ea typeface="Arial" pitchFamily="34" charset="-122"/>
                <a:cs typeface="Arial" pitchFamily="34" charset="-120"/>
              </a:rPr>
              <a:t>SBT-006 · Research export prototype</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10972800" cy="0"/>
          </a:xfrm>
          <a:prstGeom prst="rect">
            <a:avLst/>
          </a:prstGeom>
          <a:noFill/>
          <a:ln/>
        </p:spPr>
        <p:txBody>
          <a:bodyPr wrap="square" rtlCol="0" anchor="ctr"/>
          <a:lstStyle/>
          <a:p>
            <a:pPr indent="0" marL="0">
              <a:buNone/>
            </a:pPr>
            <a:r>
              <a:rPr lang="en-US" sz="1800" b="1" dirty="0">
                <a:solidFill>
                  <a:srgbClr val="24302A"/>
                </a:solidFill>
                <a:latin typeface="Arial" pitchFamily="34" charset="0"/>
                <a:ea typeface="Arial" pitchFamily="34" charset="-122"/>
                <a:cs typeface="Arial" pitchFamily="34" charset="-120"/>
              </a:rPr>
              <a:t>Advance £7 and £10 as competing behavioural-test candidates</a:t>
            </a:r>
            <a:endParaRPr lang="en-US" sz="1800" dirty="0"/>
          </a:p>
        </p:txBody>
      </p:sp>
      <p:sp>
        <p:nvSpPr>
          <p:cNvPr id="3" name="Text 1"/>
          <p:cNvSpPr/>
          <p:nvPr/>
        </p:nvSpPr>
        <p:spPr>
          <a:xfrm>
            <a:off x="457200" y="621792"/>
            <a:ext cx="10972800" cy="0"/>
          </a:xfrm>
          <a:prstGeom prst="rect">
            <a:avLst/>
          </a:prstGeom>
          <a:noFill/>
          <a:ln/>
        </p:spPr>
        <p:txBody>
          <a:bodyPr wrap="square" rtlCol="0" anchor="ctr"/>
          <a:lstStyle/>
          <a:p>
            <a:pPr indent="0" marL="0">
              <a:buNone/>
            </a:pPr>
            <a:r>
              <a:rPr lang="en-US" sz="1000" dirty="0">
                <a:solidFill>
                  <a:srgbClr val="666666"/>
                </a:solidFill>
                <a:latin typeface="Arial" pitchFamily="34" charset="0"/>
                <a:ea typeface="Arial" pitchFamily="34" charset="-122"/>
                <a:cs typeface="Arial" pitchFamily="34" charset="-120"/>
              </a:rPr>
              <a:t>Price-times-stated-interest proxy · GBP per hypothetical household-month · valid n: 704, 682, 655, 633 · wt_design; fixed baseline profile weights; no nonresponse correction</a:t>
            </a:r>
            <a:endParaRPr lang="en-US" sz="1000" dirty="0"/>
          </a:p>
        </p:txBody>
      </p:sp>
      <p:graphicFrame>
        <p:nvGraphicFramePr>
          <p:cNvPr id="5" name="Chart 0" descr=""/>
          <p:cNvGraphicFramePr/>
          <p:nvPr/>
        </p:nvGraphicFramePr>
        <p:xfrm>
          <a:off x="457200" y="1188720"/>
          <a:ext cx="11247120" cy="52120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10972800" cy="0"/>
          </a:xfrm>
          <a:prstGeom prst="rect">
            <a:avLst/>
          </a:prstGeom>
          <a:noFill/>
          <a:ln/>
        </p:spPr>
        <p:txBody>
          <a:bodyPr wrap="square" rtlCol="0" anchor="ctr"/>
          <a:lstStyle/>
          <a:p>
            <a:pPr indent="0" marL="0">
              <a:buNone/>
            </a:pPr>
            <a:r>
              <a:rPr lang="en-US" sz="1800" b="1" dirty="0">
                <a:solidFill>
                  <a:srgbClr val="24302A"/>
                </a:solidFill>
                <a:latin typeface="Arial" pitchFamily="34" charset="0"/>
                <a:ea typeface="Arial" pitchFamily="34" charset="-122"/>
                <a:cs typeface="Arial" pitchFamily="34" charset="-120"/>
              </a:rPr>
              <a:t>Explain the interest sacrificed as price rises</a:t>
            </a:r>
            <a:endParaRPr lang="en-US" sz="1800" dirty="0"/>
          </a:p>
        </p:txBody>
      </p:sp>
      <p:sp>
        <p:nvSpPr>
          <p:cNvPr id="3" name="Text 1"/>
          <p:cNvSpPr/>
          <p:nvPr/>
        </p:nvSpPr>
        <p:spPr>
          <a:xfrm>
            <a:off x="457200" y="621792"/>
            <a:ext cx="10972800" cy="0"/>
          </a:xfrm>
          <a:prstGeom prst="rect">
            <a:avLst/>
          </a:prstGeom>
          <a:noFill/>
          <a:ln/>
        </p:spPr>
        <p:txBody>
          <a:bodyPr wrap="square" rtlCol="0" anchor="ctr"/>
          <a:lstStyle/>
          <a:p>
            <a:pPr indent="0" marL="0">
              <a:buNone/>
            </a:pPr>
            <a:r>
              <a:rPr lang="en-US" sz="1000" dirty="0">
                <a:solidFill>
                  <a:srgbClr val="666666"/>
                </a:solidFill>
                <a:latin typeface="Arial" pitchFamily="34" charset="0"/>
                <a:ea typeface="Arial" pitchFamily="34" charset="-122"/>
                <a:cs typeface="Arial" pitchFamily="34" charset="-120"/>
              </a:rPr>
              <a:t>Stated subscription interest by assigned monthly price · percent · valid n: 704, 682, 655, 633 · wt_design; fixed baseline profile weights; no nonresponse correction</a:t>
            </a:r>
            <a:endParaRPr lang="en-US" sz="1000" dirty="0"/>
          </a:p>
        </p:txBody>
      </p:sp>
      <p:graphicFrame>
        <p:nvGraphicFramePr>
          <p:cNvPr id="5" name="Chart 0" descr=""/>
          <p:cNvGraphicFramePr/>
          <p:nvPr/>
        </p:nvGraphicFramePr>
        <p:xfrm>
          <a:off x="457200" y="1188720"/>
          <a:ext cx="11247120" cy="52120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10972800" cy="0"/>
          </a:xfrm>
          <a:prstGeom prst="rect">
            <a:avLst/>
          </a:prstGeom>
          <a:noFill/>
          <a:ln/>
        </p:spPr>
        <p:txBody>
          <a:bodyPr wrap="square" rtlCol="0" anchor="ctr"/>
          <a:lstStyle/>
          <a:p>
            <a:pPr indent="0" marL="0">
              <a:buNone/>
            </a:pPr>
            <a:r>
              <a:rPr lang="en-US" sz="1800" b="1" dirty="0">
                <a:solidFill>
                  <a:srgbClr val="24302A"/>
                </a:solidFill>
                <a:latin typeface="Arial" pitchFamily="34" charset="0"/>
                <a:ea typeface="Arial" pitchFamily="34" charset="-122"/>
                <a:cs typeface="Arial" pitchFamily="34" charset="-120"/>
              </a:rPr>
              <a:t>Show why assumed costs and missing responses prevent a single-price conclusion</a:t>
            </a:r>
            <a:endParaRPr lang="en-US" sz="1800" dirty="0"/>
          </a:p>
        </p:txBody>
      </p:sp>
      <p:sp>
        <p:nvSpPr>
          <p:cNvPr id="3" name="Text 1"/>
          <p:cNvSpPr/>
          <p:nvPr/>
        </p:nvSpPr>
        <p:spPr>
          <a:xfrm>
            <a:off x="457200" y="621792"/>
            <a:ext cx="10972800" cy="0"/>
          </a:xfrm>
          <a:prstGeom prst="rect">
            <a:avLst/>
          </a:prstGeom>
          <a:noFill/>
          <a:ln/>
        </p:spPr>
        <p:txBody>
          <a:bodyPr wrap="square" rtlCol="0" anchor="ctr"/>
          <a:lstStyle/>
          <a:p>
            <a:pPr indent="0" marL="0">
              <a:buNone/>
            </a:pPr>
            <a:r>
              <a:rPr lang="en-US" sz="1000" dirty="0">
                <a:solidFill>
                  <a:srgbClr val="666666"/>
                </a:solidFill>
                <a:latin typeface="Arial" pitchFamily="34" charset="0"/>
                <a:ea typeface="Arial" pitchFamily="34" charset="-122"/>
                <a:cs typeface="Arial" pitchFamily="34" charset="-120"/>
              </a:rPr>
              <a:t>Contribution proxy at assumed £0.5 variable cost · GBP per hypothetical household-month · valid n: 704, 682, 655, 633 · wt_design; fixed baseline profile weights; no nonresponse correction</a:t>
            </a:r>
            <a:endParaRPr lang="en-US" sz="1000" dirty="0"/>
          </a:p>
        </p:txBody>
      </p:sp>
      <p:graphicFrame>
        <p:nvGraphicFramePr>
          <p:cNvPr id="5" name="Chart 0" descr=""/>
          <p:cNvGraphicFramePr/>
          <p:nvPr/>
        </p:nvGraphicFramePr>
        <p:xfrm>
          <a:off x="457200" y="1188720"/>
          <a:ext cx="11247120" cy="52120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10972800" cy="0"/>
          </a:xfrm>
          <a:prstGeom prst="rect">
            <a:avLst/>
          </a:prstGeom>
          <a:noFill/>
          <a:ln/>
        </p:spPr>
        <p:txBody>
          <a:bodyPr wrap="square" rtlCol="0" anchor="ctr"/>
          <a:lstStyle/>
          <a:p>
            <a:pPr indent="0" marL="0">
              <a:buNone/>
            </a:pPr>
            <a:r>
              <a:rPr lang="en-US" sz="1800" b="1" dirty="0">
                <a:solidFill>
                  <a:srgbClr val="24302A"/>
                </a:solidFill>
                <a:latin typeface="Arial" pitchFamily="34" charset="0"/>
                <a:ea typeface="Arial" pitchFamily="34" charset="-122"/>
                <a:cs typeface="Arial" pitchFamily="34" charset="-120"/>
              </a:rPr>
              <a:t>Focus test recruitment and investigation on audience interest and perceived value</a:t>
            </a:r>
            <a:endParaRPr lang="en-US" sz="1800" dirty="0"/>
          </a:p>
        </p:txBody>
      </p:sp>
      <p:sp>
        <p:nvSpPr>
          <p:cNvPr id="3" name="Text 1"/>
          <p:cNvSpPr/>
          <p:nvPr/>
        </p:nvSpPr>
        <p:spPr>
          <a:xfrm>
            <a:off x="457200" y="621792"/>
            <a:ext cx="10972800" cy="0"/>
          </a:xfrm>
          <a:prstGeom prst="rect">
            <a:avLst/>
          </a:prstGeom>
          <a:noFill/>
          <a:ln/>
        </p:spPr>
        <p:txBody>
          <a:bodyPr wrap="square" rtlCol="0" anchor="ctr"/>
          <a:lstStyle/>
          <a:p>
            <a:pPr indent="0" marL="0">
              <a:buNone/>
            </a:pPr>
            <a:r>
              <a:rPr lang="en-US" sz="1000" dirty="0">
                <a:solidFill>
                  <a:srgbClr val="666666"/>
                </a:solidFill>
                <a:latin typeface="Arial" pitchFamily="34" charset="0"/>
                <a:ea typeface="Arial" pitchFamily="34" charset="-122"/>
                <a:cs typeface="Arial" pitchFamily="34" charset="-120"/>
              </a:rPr>
              <a:t>Intent in the prespecified time-pressed-family audience · percent · valid n: 267, 409, 257, 390 · wt_design; fixed baseline profile weights; no nonresponse correction</a:t>
            </a:r>
            <a:endParaRPr lang="en-US" sz="1000" dirty="0"/>
          </a:p>
        </p:txBody>
      </p:sp>
      <p:graphicFrame>
        <p:nvGraphicFramePr>
          <p:cNvPr id="5" name="Chart 0" descr=""/>
          <p:cNvGraphicFramePr/>
          <p:nvPr/>
        </p:nvGraphicFramePr>
        <p:xfrm>
          <a:off x="457200" y="1188720"/>
          <a:ext cx="11247120" cy="52120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10972800" cy="0"/>
          </a:xfrm>
          <a:prstGeom prst="rect">
            <a:avLst/>
          </a:prstGeom>
          <a:noFill/>
          <a:ln/>
        </p:spPr>
        <p:txBody>
          <a:bodyPr wrap="square" rtlCol="0" anchor="ctr"/>
          <a:lstStyle/>
          <a:p>
            <a:pPr indent="0" marL="0">
              <a:buNone/>
            </a:pPr>
            <a:r>
              <a:rPr lang="en-US" sz="1800" b="1" dirty="0">
                <a:solidFill>
                  <a:srgbClr val="24302A"/>
                </a:solidFill>
                <a:latin typeface="Arial" pitchFamily="34" charset="0"/>
                <a:ea typeface="Arial" pitchFamily="34" charset="-122"/>
                <a:cs typeface="Arial" pitchFamily="34" charset="-120"/>
              </a:rPr>
              <a:t>Require observed payment and repeat use before making a market decision</a:t>
            </a:r>
            <a:endParaRPr lang="en-US" sz="1800" dirty="0"/>
          </a:p>
        </p:txBody>
      </p:sp>
      <p:sp>
        <p:nvSpPr>
          <p:cNvPr id="3" name="Text 1"/>
          <p:cNvSpPr/>
          <p:nvPr/>
        </p:nvSpPr>
        <p:spPr>
          <a:xfrm>
            <a:off x="457200" y="621792"/>
            <a:ext cx="10972800" cy="0"/>
          </a:xfrm>
          <a:prstGeom prst="rect">
            <a:avLst/>
          </a:prstGeom>
          <a:noFill/>
          <a:ln/>
        </p:spPr>
        <p:txBody>
          <a:bodyPr wrap="square" rtlCol="0" anchor="ctr"/>
          <a:lstStyle/>
          <a:p>
            <a:pPr indent="0" marL="0">
              <a:buNone/>
            </a:pPr>
            <a:r>
              <a:rPr lang="en-US" sz="1000" dirty="0">
                <a:solidFill>
                  <a:srgbClr val="666666"/>
                </a:solidFill>
                <a:latin typeface="Arial" pitchFamily="34" charset="0"/>
                <a:ea typeface="Arial" pitchFamily="34" charset="-122"/>
                <a:cs typeface="Arial" pitchFamily="34" charset="-120"/>
              </a:rPr>
              <a:t>Hypothetical days of use per week · percent · valid n: 1425 · wt_design; fixed baseline profile weights; no nonresponse correction</a:t>
            </a:r>
            <a:endParaRPr lang="en-US" sz="1000" dirty="0"/>
          </a:p>
        </p:txBody>
      </p:sp>
      <p:graphicFrame>
        <p:nvGraphicFramePr>
          <p:cNvPr id="5" name="Chart 0" descr=""/>
          <p:cNvGraphicFramePr/>
          <p:nvPr/>
        </p:nvGraphicFramePr>
        <p:xfrm>
          <a:off x="457200" y="1188720"/>
          <a:ext cx="11247120" cy="52120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2026-09-22T06:33:22Z</dcterms:created>
  <dcterms:modified xsi:type="dcterms:W3CDTF">2026-09-22T06:33:22Z</dcterms:modified>
</cp:coreProperties>
</file>