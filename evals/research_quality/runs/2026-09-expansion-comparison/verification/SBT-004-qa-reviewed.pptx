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6F968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Keep grocery spending within what we intend</c:v>
                </c:pt>
                <c:pt idx="1">
                  <c:v>Find quick meals and re-plan when plans change</c:v>
                </c:pt>
                <c:pt idx="2">
                  <c:v>Use up food and leftovers before they are wasted</c:v>
                </c:pt>
                <c:pt idx="3">
                  <c:v>Share a meal plan or shopping list with other household members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57.115141723845696</c:v>
                </c:pt>
                <c:pt idx="1">
                  <c:v>60.816934487886755</c:v>
                </c:pt>
                <c:pt idx="2">
                  <c:v>59.16226393950501</c:v>
                </c:pt>
                <c:pt idx="3">
                  <c:v>47.23065932347027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  <c:max val="100"/>
        </c:scaling>
        <c:delete val="0"/>
        <c:axPos val="b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rgbClr val="6F968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Households with children under 16</c:v>
                </c:pt>
                <c:pt idx="1">
                  <c:v>Households without children under 16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1.9093711769023731</c:v>
                </c:pt>
                <c:pt idx="1">
                  <c:v>1.174943609199958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6F968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Tend to disagree</c:v>
                </c:pt>
                <c:pt idx="2">
                  <c:v>Neither agree nor disagree</c:v>
                </c:pt>
                <c:pt idx="3">
                  <c:v>Tend to agree</c:v>
                </c:pt>
                <c:pt idx="4">
                  <c:v>Strongly agree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34.49352754943476</c:v>
                </c:pt>
                <c:pt idx="1">
                  <c:v>12.890199457861131</c:v>
                </c:pt>
                <c:pt idx="2">
                  <c:v>5.797564323824611</c:v>
                </c:pt>
                <c:pt idx="3">
                  <c:v>12.184768545725255</c:v>
                </c:pt>
                <c:pt idx="4">
                  <c:v>34.63394012315425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  <c:max val="100"/>
        </c:scaling>
        <c:delete val="0"/>
        <c:axPos val="b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6F968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Time or effort to set it up and keep it updated</c:v>
                </c:pt>
                <c:pt idx="1">
                  <c:v>Suggestions or plans being too rigid for our household</c:v>
                </c:pt>
                <c:pt idx="2">
                  <c:v>Another subscription or extra cost</c:v>
                </c:pt>
                <c:pt idx="3">
                  <c:v>Sharing household or shopping information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47.89610414069681</c:v>
                </c:pt>
                <c:pt idx="1">
                  <c:v>49.5564085631922</c:v>
                </c:pt>
                <c:pt idx="2">
                  <c:v>49.5564085631922</c:v>
                </c:pt>
                <c:pt idx="3">
                  <c:v>48.721135951917674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  <c:max val="100"/>
        </c:scaling>
        <c:delete val="0"/>
        <c:axPos val="b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"study_id": "SBT-004",
  "source_sha256": "6394f992f4eeddf376413b0ca394466f4a2ca9151304a015930adf658b3aa20a",
  "analysis_sha256": "fd2b43d20bb99f2c38560193c5a2b8bbc4e768c46dd9329046cd8244c9a81701",
  "approved_at": "2026-09-22T06:32:29.183Z",
  "universe": "All eligible households answering block; includes all-zero None rows",
  "review_record": {
    "findings": {
      "F1": {
        "decision": "accept",
        "text": "Prioritise a small pilot around quick meals and flexible replanning, with use-up and budget help as closely related tasks. Requests are 60.82%, 59.16% and 57.12%, respectively; sharing attracts 47.23%. These identify a task shortlist, not a statistically established winner. [software QA edit]",
        "reason": "Software QA: verify original wording survives a revision. No human assessment.",
        "importance": "primary"
      },
      "F2": {
        "decision": "accept",
        "text": "Recruit households meeting the effort criteria as a priority pilot audience: they report 2.19 versus 0.97 top-up days per week, a +1.22-day difference (95% CI 1.10 to 1.34; Holm p=3.72e-84), and 3.73 versus 4.93 planned days, a −1.20-day difference (CI −1.36 to −1.04; Holm p=3.28e-48). Both exceed the 0.5-day attention threshold.",
        "reason": "",
        "importance": "primary"
      },
      "F3": {
        "decision": "accept",
        "text": "Include budget and waste needs in the pilot rather than treating effort as the only opportunity. Budget-state households report overspending in at least one of four weeks at 72.31% versus 35.03%: +37.28 points (95% CI 32.70 to 41.86; Holm p=9.69e-57). Waste-state households report 1.87 versus 0.87 discard days per week: +1.00 day (CI 0.87 to 1.14; Holm p=1.04e-47). Both exceed their attention thresholds.",
        "reason": "",
        "importance": "primary"
      },
      "F4": {
        "decision": "accept",
        "text": "Recruit overlapping needs rather than exclusive personas. Effort, waste and budget criteria are met by 31.89%, 30.28% and 26.02% of their respective derivable bases. Among households with all flags valid, 58.89% meet at least one state, 24.44% meet at least two, and 5.93% meet all three.",
        "reason": "",
        "importance": "secondary"
      },
      "F5": {
        "decision": "accept",
        "text": "Include households with children under 16 as a practical recruitment context. They report 1.91 versus 1.17 top-up days: +0.73 day (95% CI 0.63 to 0.84; Holm p=3.91e-40), exceeding the attention threshold. Their planning difference is smaller: 4.23 versus 4.64 days, −0.40 day (CI −0.54 to −0.27; Holm p=6.64e-9), statistically detectable but below the 0.5-day point-estimate threshold.",
        "reason": "",
        "importance": "secondary"
      },
      "F6": {
        "decision": "accept",
        "text": "Keep participation optional and test delivery format: willingness to welcome digital help is polarised, with 46.82% agreeing, 47.38% disagreeing and only 5.80% neutral. Strong agreement and strong disagreement are each about 35%; a near-midpoint mean would obscure this split.",
        "reason": "",
        "importance": "primary"
      },
      "F7": {
        "decision": "accept",
        "text": "Existing tools provide useful comparison experiences, but the study does not establish a dissatisfied replacement market. Current use is 38.90% among valid household screeners. Among valid current-user follow-ups, 83.15% are satisfied and 54.27% have used sharing.",
        "reason": "",
        "importance": "secondary"
      },
      "F8": {
        "decision": "accept",
        "text": "Test flexibility, low setup effort, acceptable cost and information-sharing controls together. Reported barriers are tightly grouped: rigidity 49.56%, extra cost 49.56%, privacy 48.72% and setup/upkeep 47.90%. Before choosing a format, compare realistic delivery alternatives on task completion and burden; before commercial claims, obtain price evidence, observed uptake, repeated use and controlled outcome evidence.",
        "reason": "",
        "importance": "primary"
      }
    },
    "beats": {
      "1": {
        "include": true,
        "title": "Start with flexible meal help, incorporating use-up and budget tasks",
        "order": 1
      },
      "2": {
        "include": true,
        "title": "Recruit across overlapping needs and household contexts",
        "order": 2
      },
      "3": {
        "include": true,
        "title": "Keep support optional and leave delivery format open",
        "order": 3
      },
      "4": {
        "include": true,
        "title": "Use the pilot to resolve usability, adoption and value questions",
        "order": 4
      }
    },
    "missed": "",
    "minutes": "",
    "notes": "SOFTWARE QA ONLY. Acceptance here tests export mechanics and is not substantive researcher approval.",
    "approved": true,
    "started_at": "2026-09-22T06:32:29.020Z",
    "approved_at": "2026-09-22T06:32:29.183Z"
  },
  "preparation_review": {
    "baseline": "SOFTWARE QA ONLY: check the preparation/review/export loop. This is not an independent researcher assessment.",
    "prepared": true,
    "revisedEvidence": null,
    "revision": 0
  },
  "qualifications": "All-household eligible N/weighted N=2700/2700; answered n/weighted n/ESS=2596/2595.96/2045.54 for every item. DK=80, refusal=24; 116 all-zero None respondents remain included. No structural omissions. Multiple-response respondent incidence, not shares of mentions. The three leading tasks differ by at most 3.70 percentage points, below the 8-point attention threshold; no paired superiority test is supplied. Task requests do not establish demand for a digital product. Group order is criteria met/not met. Eligible N/weighted N: 904/809.73 and 1642/1729.28. Top-ups valid n/weighted n/ESS: 878/782.55/661.07 and 1588/1669.18/1286.98; DK/refusal: 18/8 and 42/12. Planning: 872/779.09/656.41 and 1586/1666.86/1285.52; DK/refusal: 22/10 and 40/16. Excluded unknown effort state=154; structural omissions=0. Associations with external reported behaviour do not show that support will reduce these problems or that this audience is commercially superior. Budget met/not-met eligible N/weighted N=717/667.29 and 1840/1896.95; valid n/weighted n/ESS=678/631.58/522.17 and 1708/1769.77/1368.26; DK/refusal=33/6 and 107/25; unknown state=143. Waste eligible bases=821/775.51 and 1728/1785.80; valid bases=797/754.72/615.00 and 1664/1721.13/1331.13; DK/refusal=14/10 and 41/23; unknown state=151. Structural omissions=0. Overspending measures incidence, not money; discard measures days, not food quantity. These are separate within-state contrasts, not comparisons between independent need segments.",
  "chart_table": "tables.needs",
  "original_beat": {
    "order": 1,
    "finding_refs": [
      "F1",
      "F2",
      "F3"
    ],
    "headline_intent": "Start with flexible meal help, incorporating use-up and budget tasks",
    "analytical_relationship": "Broad task requests establish the shortlist; prespecified external-outcome contrasts identify audiences with relevant reported difficulties without proving intervention effects.",
    "original_order": 1,
    "original_headline_intent": "Start with flexible meal help, incorporating use-up and budget tasks"
  },
  "findings": [
    {
      "model_finding_id": "F1",
      "proposition": "Prioritise a small pilot around quick meals and flexible replanning, with use-up and budget help as closely related tasks. Requests are 60.82%, 59.16% and 57.12%, respectively; sharing attracts 47.23%. These identify a task shortlist, not a statistically established winner. [software QA edit]",
      "evidence_refs": [
        "analysis_results.json#/tables/needs/values"
      ],
      "importance": "primary",
      "claim_strength": "Descriptive evidence supporting a pilot recommendation",
      "qualification": "All-household eligible N/weighted N=2700/2700; answered n/weighted n/ESS=2596/2595.96/2045.54 for every item. DK=80, refusal=24; 116 all-zero None respondents remain included. No structural omissions. Multiple-response respondent incidence, not shares of mentions. The three leading tasks differ by at most 3.70 percentage points, below the 8-point attention threshold; no paired superiority test is supplied. Task requests do not establish demand for a digital product.",
      "topic_cluster": "pilot_tasks",
      "original_proposition": "Prioritise a small pilot around quick meals and flexible replanning, with use-up and budget help as closely related tasks. Requests are 60.82%, 59.16% and 57.12%, respectively; sharing attracts 47.23%. These identify a task shortlist, not a statistically established winner.",
      "original_importance": "primary",
      "review": {
        "decision": "accept",
        "text": "Prioritise a small pilot around quick meals and flexible replanning, with use-up and budget help as closely related tasks. Requests are 60.82%, 59.16% and 57.12%, respectively; sharing attracts 47.23%. These identify a task shortlist, not a statistically established winner. [software QA edit]",
        "reason": "Software QA: verify original wording survives a revision. No human assessment.",
        "importance": "primary"
      },
      "evidence": [
        {
          "analysis_id": "analysis_results.json#/tables/needs/values",
          "values": {
            "items": {
              "support_budget": {
                "n_unweighted": 2596,
                "n_weighted": 2595.9575757575785,
                "n_eff": 2045.5418721676199,
                "missing_n": 0,
                "mean": 0.571151417238457,
                "se": 0.010945349010440445,
                "eligible_n": 2596,
                "eligible_weighted_n": 2595.9575757575785,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57.115141723845696
              },
              "support_quick_meals": {
                "n_unweighted": 2596,
                "n_weighted": 2595.9575757575785,
                "n_eff": 2045.5418721676199,
                "missing_n": 0,
                "mean": 0.6081693448788675,
                "se": 0.010796014600805799,
                "eligible_n": 2596,
                "eligible_weighted_n": 2595.9575757575785,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60.816934487886755
              },
              "support_use_up": {
                "n_unweighted": 2596,
                "n_weighted": 2595.9575757575785,
                "n_eff": 2045.5418721676199,
                "missing_n": 0,
                "mean": 0.5916226393950501,
                "se": 0.010870642579011089,
                "eligible_n": 2596,
                "eligible_weighted_n": 2595.9575757575785,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59.16226393950501
              },
              "support_shared_plan": {
                "n_unweighted": 2596,
                "n_weighted": 2595.9575757575785,
                "n_eff": 2045.5418721676199,
                "missing_n": 0,
                "mean": 0.4723065932347027,
                "se": 0.01104090907659691,
                "eligible_n": 2596,
                "eligible_weighted_n": 2595.9575757575785,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47.23065932347027
              }
            },
            "eligible_n": 2700,
            "answered_n": 2596,
            "block_dk_n": 80,
            "block_refused_n": 24,
            "none_n": 116,
            "respondent_percent_sum": 224.32499947470774
          }
        }
      ]
    },
    {
      "model_finding_id": "F2",
      "proposition": "Recruit households meeting the effort criteria as a priority pilot audience: they report 2.19 versus 0.97 top-up days per week, a +1.22-day difference (95% CI 1.10 to 1.34; Holm p=3.72e-84), and 3.73 versus 4.93 planned days, a −1.20-day difference (CI −1.36 to −1.04; Holm p=3.28e-48). Both exceed the 0.5-day attention threshold.",
      "evidence_refs": [
        "analysis_results.json#/tables/NEED_EFFORT_TOPUPS/values",
        "analysis_results.json#/tables/NEED_EFFORT_PLANNING/values"
      ],
      "importance": "primary",
      "claim_strength": "Prespecified adjusted associations; recruitment recommendation",
      "qualification": "Group order is criteria met/not met. Eligible N/weighted N: 904/809.73 and 1642/1729.28. Top-ups valid n/weighted n/ESS: 878/782.55/661.07 and 1588/1669.18/1286.98; DK/refusal: 18/8 and 42/12. Planning: 872/779.09/656.41 and 1586/1666.86/1285.52; DK/refusal: 22/10 and 40/16. Excluded unknown effort state=154; structural omissions=0. Associations with external reported behaviour do not show that support will reduce these problems or that this audience is commercially superior.",
      "topic_cluster": "priority_audiences",
      "original_proposition": "Recruit households meeting the effort criteria as a priority pilot audience: they report 2.19 versus 0.97 top-up days per week, a +1.22-day difference (95% CI 1.10 to 1.34; Holm p=3.72e-84), and 3.73 versus 4.93 planned days, a −1.20-day difference (CI −1.36 to −1.04; Holm p=3.28e-48). Both exceed the 0.5-day attention threshold.",
      "original_importance": "primary",
      "review": {
        "decision": "accept",
        "text": "Recruit households meeting the effort criteria as a priority pilot audience: they report 2.19 versus 0.97 top-up days per week, a +1.22-day difference (95% CI 1.10 to 1.34; Holm p=3.72e-84), and 3.73 versus 4.93 planned days, a −1.20-day difference (CI −1.36 to −1.04; Holm p=3.28e-48). Both exceed the 0.5-day attention threshold.",
        "reason": "",
        "importance": "primary"
      },
      "evidence": [
        {
          "analysis_id": "analysis_results.json#/tables/NEED_EFFORT_TOPUPS/values",
          "values": {
            "group_1": {
              "n_unweighted": 878,
              "n_weighted": 782.5484848484853,
              "n_eff": 661.071242216504,
              "missing_n": 0,
              "mean": 2.190918560569391,
              "se": 0.057224641139755096
            },
            "group_0": {
              "n_unweighted": 1588,
              "n_weighted": 1669.1818181818203,
              "n_eff": 1286.9843436128804,
              "missing_n": 0,
              "mean": 0.9692119165622785,
              "se": 0.029769285436369364
            },
            "difference": 1.2217066440071123,
            "se": 0.06262437219408486,
            "ci95": [
              1.0989651299522742,
              1.3444481580619503
            ],
            "p_raw": 9.299701283096349e-85,
            "variance_method": "Fixed-weight stratified domain-ratio linearisation; no FPC",
            "unit": "days",
            "family": "needs_external",
            "groups": {
              "0": {
                "n_unweighted": 1588,
                "n_weighted": 1669.1818181818203,
                "n_eff": 1286.9843436128804,
                "missing_n": 54,
                "mean": 0.9692119165622785,
                "se": 0.029769285436369364,
                "eligible_n": 1642,
                "eligible_weighted_n": 1729.2848484848505,
                "missing_counts": {
                  "97": 42,
                  "98": 12,
                  "99": 0,
                  "blank": 0
                },
                "se_method": "Approximate weighted population variance / (Kish ESS - 1); formal contrasts use declared stratified linearisation",
                "status": "reportable"
              },
              "1": {
                "n_unweighted": 878,
                "n_weighted": 782.5484848484853,
                "n_eff": 661.071242216504,
                "missing_n": 26,
                "mean": 2.190918560569391,
                "se": 0.057224641139755096,
                "eligible_n": 904,
                "eligible_weighted_n": 809.7303030303034,
                "missing_counts": {
                  "97": 18,
                  "98": 8,
                  "99": 0,
                  "blank": 0
                },
                "se_method": "Approximate weighted population variance / (Kish ESS - 1); formal contrasts use declared stratified linearisation",
                "status": "reportable"
              }
            },
            "intervals": "Unadjusted 95%; Holm applies to p-values, not simultaneous intervals",
            "p_holm": 3.7198805132385395e-84
          }
        },
        {
          "analysis_id": "analysis_results.json#/tables/NEED_EFFORT_PLANNING/values",
          "values": {
            "group_1": {
              "n_unweighted": 872,
              "n_weighted": 779.0939393939398,
              "n_eff": 656.4075428791735,
              "missing_n": 0,
              "mean": 3.7253063970968614,
              "se": 0.06785674876699252
            },
            "group_0": {
              "n_unweighted": 1586,
              "n_weighted": 1666.8606060606082,
              "n_eff": 1285.5222243242765,
              "missing_n": 0,
              "mean": 4.926144957677653,
              "se": 0.04469311807703247
            },
            "difference": -1.2008385605807912,
            "se": 0.08204298071149879,
            "ci95": [
              -1.3616398479596432,
              -1.0400372732019392
            ],
            "p_raw": 1.6382710050533764e-48,
            "variance_method": "Fixed-weight stratified domain-ratio linearisation; no FPC",
            "unit": "days",
            "family": "needs_external",
            "groups": {
              "0": {
                "n_unweighted": 1586,
                "n_weighted": 1666.8606060606082,
                "n_eff": 1285.5222243242765,
                "missing_n": 56,
                "mean": 4.926144957677653,
                "se": 0.04469311807703247,
                "eligible_n": 1642,
                "eligible_weighted_n": 1729.2848484848505,
                "missing_counts": {
                  "97": 40,
                  "98": 16,
                  "99": 0,
                  "blank": 0
                },
                "se_method": "Approximate weighted population variance / (Kish ESS - 1); formal contrasts use declared stratified linearisation",
                "status": "reportable"
              },
              "1": {
                "n_unweighted": 872,
                "n_weighted": 779.0939393939398,
                "n_eff": 656.4075428791735,
                "missing_n": 32,
                "mean": 3.7253063970968614,
                "se": 0.06785674876699252,
                "eligible_n": 904,
                "eligible_weighted_n": 809.7303030303034,
                "missing_counts": {
                  "97": 22,
                  "98": 10,
                  "99": 0,
                  "blank": 0
                },
                "se_method": "Approximate weighted population variance / (Kish ESS - 1); formal contrasts use declared stratified linearisation",
                "status": "reportable"
              }
            },
            "intervals": "Unadjusted 95%; Holm applies to p-values, not simultaneous intervals",
            "p_holm": 3.276542010106753e-48
          }
        }
      ]
    },
    {
      "model_finding_id": "F3",
      "proposition": "Include budget and waste needs in the pilot rather than treating effort as the only opportunity. Budget-state households report overspending in at least one of four weeks at 72.31% versus 35.03%: +37.28 points (95% CI 32.70 to 41.86; Holm p=9.69e-57). Waste-state households report 1.87 versus 0.87 discard days per week: +1.00 day (CI 0.87 to 1.14; Holm p=1.04e-47). Both exceed their attention thresholds.",
      "evidence_refs": [
        "analysis_results.json#/tables/NEED_BUDGET_OVERSPEND/values",
        "analysis_results.json#/tables/NEED_WASTE_DISCARD/values"
      ],
      "importance": "primary",
      "claim_strength": "Prespecified adjusted associations",
      "qualification": "Budget met/not-met eligible N/weighted N=717/667.29 and 1840/1896.95; valid n/weighted n/ESS=678/631.58/522.17 and 1708/1769.77/1368.26; DK/refusal=33/6 and 107/25; unknown state=143. Waste eligible bases=821/775.51 and 1728/1785.80; valid bases=797/754.72/615.00 and 1664/1721.13/1331.13; DK/refusal=14/10 and 41/23; unknown state=151. Structural omissions=0. Overspending measures incidence, not money; discard measures days, not food quantity. These are separate within-state contrasts, not comparisons between independent need segments.",
      "topic_cluster": "priority_audiences",
      "original_proposition": "Include budget and waste needs in the pilot rather than treating effort as the only opportunity. Budget-state households report overspending in at least one of four weeks at 72.31% versus 35.03%: +37.28 points (95% CI 32.70 to 41.86; Holm p=9.69e-57). Waste-state households report 1.87 versus 0.87 discard days per week: +1.00 day (CI 0.87 to 1.14; Holm p=1.04e-47). Both exceed their attention thresholds.",
      "original_importance": "primary",
      "review": {
        "decision": "accept",
        "text": "Include budget and waste needs in the pilot rather than treating effort as the only opportunity. Budget-state households report overspending in at least one of four weeks at 72.31% versus 35.03%: +37.28 points (95% CI 32.70 to 41.86; Holm p=9.69e-57). Waste-state households report 1.87 versus 0.87 discard days per week: +1.00 day (CI 0.87 to 1.14; Holm p=1.04e-47). Both exceed their attention thresholds.",
        "reason": "",
        "importance": "primary"
      },
      "evidence": [
        {
          "analysis_id": "analysis_results.json#/tables/NEED_BUDGET_OVERSPEND/values",
          "values": {
            "group_1": {
              "n_unweighted": 678,
              "n_weighted": 631.5848484848491,
              "n_eff": 522.1680431449745,
              "missing_n": 0,
              "mean": 0.7230871832763178,
              "se": 0.01960098839473146
            },
            "group_0": {
              "n_unweighted": 1708,
              "n_weighted": 1769.769696969699,
              "n_eff": 1368.2594885074227,
              "missing_n": 0,
              "mean": 0.3502869745078969,
              "se": 0.012901710957012185
            },
            "difference": 37.28002087684209,
            "se": 2.3384580603439264,
            "ci95": [
              32.6967272992106,
              41.863314454473574
            ],
            "p_raw": 3.231078650940167e-57,
            "variance_method": "Fixed-weight stratified domain-ratio linearisation; no FPC",
            "unit": "percentage_points",
            "family": "needs_external",
            "groups": {
              "0": {
                "n_unweighted": 1708,
                "n_weighted": 1769.769696969699,
                "n_eff": 1368.2594885074227,
                "missing_n": 132,
                "mean": 0.3502869745078969,
                "se": 0.012901710957012185,
                "eligible_n": 1840,
                "eligible_weighted_n": 1896.9515151515172,
                "missing_counts": {
                  "97": 107,
                  "98": 25,
                  "99": 0,
                  "blank": 0
                },
                "se_method": "Approximate weighted population variance / (Kish ESS - 1); formal contrasts use declared stratified linearisation",
                "status": "reportable"
              },
              "1": {
                "n_unweighted": 678,
                "n_weighted": 631.5848484848491,
                "n_eff": 522.1680431449745,
                "missing_n": 39,
                "mean": 0.7230871832763178,
                "se": 0.01960098839473146,
                "eligible_n": 717,
                "eligible_weighted_n": 667.29393939394,
                "missing_counts": {
                  "97": 33,
                  "98": 6,
                  "99": 0,
                  "blank": 0
                },
                "se_method": "Approximate weighted population variance / (Kish ESS - 1); formal contrasts use declared stratified linearisation",
                "status": "reportable"
              }
            },
            "intervals": "Unadjusted 95%; Holm applies to p-values, not simultaneous intervals",
            "p_holm": 9.693235952820501e-57
          }
        },
        {
          "analysis_id": "analysis_results.json#/tables/NEED_WASTE_DISCARD/values",
          "values": {
            "group_1": {
              "n_unweighted": 797,
              "n_weighted": 754.7181818181824,
              "n_eff": 615.0008080851105,
              "missing_n": 0,
              "mean": 1.869202632329145,
              "se": 0.0629578906438389
            },
            "group_0": {
              "n_unweighted": 1664,
              "n_weighted": 1721.1303030303047,
              "n_eff": 1331.128909370946,
              "missing_n": 0,
              "mean": 0.8679708366418823,
              "se": 0.03197226342597299
            },
            "difference": 1.0012317956872627,
            "se": 0.06900032929440282,
            "ci95": [
              0.8659936353488291,
              1.1364699560256963
            ],
            "p_raw": 1.0390472786400157e-47,
            "variance_method": "Fixed-weight stratified domain-ratio linearisation; no FPC",
            "unit": "days",
            "family": "needs_external",
            "groups": {
              "0": {
                "n_unweighted": 1664,
                "n_weighted": 1721.1303030303047,
                "n_eff": 1331.128909370946,
                "missing_n": 64,
                "mean": 0.8679708366418823,
                "se": 0.03197226342597299,
                "eligible_n": 1728,
                "eligible_weighted_n": 1785.800000000002,
                "missing_counts": {
                  "97": 41,
                  "98": 23,
                  "99": 0,
                  "blank": 0
                },
                "se_method": "Approximate weighted population variance / (Kish ESS - 1); formal contrasts use declared stratified linearisation",
                "status": "reportable"
              },
              "1": {
                "n_unweighted": 797,
                "n_weighted": 754.7181818181824,
                "n_eff": 615.0008080851105,
                "missing_n": 24,
                "mean": 1.869202632329145,
                "se": 0.0629578906438389,
                "eligible_n": 821,
                "eligible_weighted_n": 775.5090909090916,
                "missing_counts": {
                  "97": 14,
                  "98": 10,
                  "99": 0,
                  "blank": 0
                },
                "se_method": "Approximate weighted population variance / (Kish ESS - 1); formal contrasts use declared stratified linearisation",
                "status": "reportable"
              }
            },
            "intervals": "Unadjusted 95%; Holm applies to p-values, not simultaneous intervals",
            "p_holm": 1.0390472786400157e-47
          }
        }
      ]
    }
  ],
  "cited_tables": [
    {
      "analysis_id": "analysis_results.json#/tables/needs/values",
      "values": {
        "items": {
          "support_budget": {
            "n_unweighted": 2596,
            "n_weighted": 2595.9575757575785,
            "n_eff": 2045.5418721676199,
            "missing_n": 0,
            "mean": 0.571151417238457,
            "se": 0.010945349010440445,
            "eligible_n": 2596,
            "eligible_weighted_n": 2595.9575757575785,
            "missing_counts": {
              "97": 0,
              "98": 0,
              "99": 0,
              "blank": 0
            },
            "se_method": "Approximate weighted population variance / (Kish ESS - 1); formal contrasts use declared stratified linearisation",
            "status": "reportable",
            "pct": 57.115141723845696
          },
          "support_quick_meals": {
            "n_unweighted": 2596,
            "n_weighted": 2595.9575757575785,
            "n_eff": 2045.5418721676199,
            "missing_n": 0,
            "mean": 0.6081693448788675,
            "se": 0.010796014600805799,
            "eligible_n": 2596,
            "eligible_weighted_n": 2595.9575757575785,
            "missing_counts": {
              "97": 0,
              "98": 0,
              "99": 0,
              "blank": 0
            },
            "se_method": "Approximate weighted population variance / (Kish ESS - 1); formal contrasts use declared stratified linearisation",
            "status": "reportable",
            "pct": 60.816934487886755
          },
          "support_use_up": {
            "n_unweighted": 2596,
            "n_weighted": 2595.9575757575785,
            "n_eff": 2045.5418721676199,
            "missing_n": 0,
            "mean": 0.5916226393950501,
            "se": 0.010870642579011089,
            "eligible_n": 2596,
            "eligible_weighted_n": 2595.9575757575785,
            "missing_counts": {
              "97": 0,
              "98": 0,
              "99": 0,
              "blank": 0
            },
            "se_method": "Approximate weighted population variance / (Kish ESS - 1); formal contrasts use declared stratified linearisation",
            "status": "reportable",
            "pct": 59.16226393950501
          },
          "support_shared_plan": {
            "n_unweighted": 2596,
            "n_weighted": 2595.9575757575785,
            "n_eff": 2045.5418721676199,
            "missing_n": 0,
            "mean": 0.4723065932347027,
            "se": 0.01104090907659691,
            "eligible_n": 2596,
            "eligible_weighted_n": 2595.9575757575785,
            "missing_counts": {
              "97": 0,
              "98": 0,
              "99": 0,
              "blank": 0
            },
            "se_method": "Approximate weighted population variance / (Kish ESS - 1); formal contrasts use declared stratified linearisation",
            "status": "reportable",
            "pct": 47.23065932347027
          }
        },
        "eligible_n": 2700,
        "answered_n": 2596,
        "block_dk_n": 80,
        "block_refused_n": 24,
        "none_n": 116,
        "respondent_percent_sum": 224.32499947470774
      }
    },
    {
      "analysis_id": "analysis_results.json#/tables/NEED_EFFORT_TOPUPS/values",
      "values": {
        "group_1": {
          "n_unweighted": 878,
          "n_weighted": 782.5484848484853,
          "n_eff": 661.071242216504,
          "missing_n": 0,
          "mean": 2.190918560569391,
          "se": 0.057224641139755096
        },
        "group_0": {
          "n_unweighted": 1588,
          "n_weighted": 1669.1818181818203,
          "n_eff": 1286.9843436128804,
          "missing_n": 0,
          "mean": 0.9692119165622785,
          "se": 0.029769285436369364
        },
        "difference": 1.2217066440071123,
        "se": 0.06262437219408486,
        "ci95": [
          1.0989651299522742,
          1.3444481580619503
        ],
        "p_raw": 9.299701283096349e-85,
        "variance_method": "Fixed-weight stratified domain-ratio linearisation; no FPC",
        "unit": "days",
        "family": "needs_external",
        "groups": {
          "0": {
            "n_unweighted": 1588,
            "n_weighted": 1669.1818181818203,
            "n_eff": 1286.9843436128804,
            "missing_n": 54,
            "mean": 0.9692119165622785,
            "se": 0.029769285436369364,
            "eligible_n": 1642,
            "eligible_weighted_n": 1729.2848484848505,
            "missing_counts": {
              "97": 42,
              "98": 12,
              "99": 0,
              "blank": 0
            },
            "se_method": "Approximate weighted population variance / (Kish ESS - 1); formal contrasts use declared stratified linearisation",
            "status": "reportable"
          },
          "1": {
            "n_unweighted": 878,
            "n_weighted": 782.5484848484853,
            "n_eff": 661.071242216504,
            "missing_n": 26,
            "mean": 2.190918560569391,
            "se": 0.057224641139755096,
            "eligible_n": 904,
            "eligible_weighted_n": 809.7303030303034,
            "missing_counts": {
              "97": 18,
              "98": 8,
              "99": 0,
              "blank": 0
            },
            "se_method": "Approximate weighted population variance / (Kish ESS - 1); formal contrasts use declared stratified linearisation",
            "status": "reportable"
          }
        },
        "intervals": "Unadjusted 95%; Holm applies to p-values, not simultaneous intervals",
        "p_holm": 3.7198805132385395e-84
      }
    },
    {
      "analysis_id": "analysis_results.json#/tables/NEED_EFFORT_PLANNING/values",
      "values": {
        "group_1": {
          "n_unweighted": 872,
          "n_weighted": 779.0939393939398,
          "n_eff": 656.4075428791735,
          "missing_n": 0,
          "mean": 3.7253063970968614,
          "se": 0.06785674876699252
        },
        "group_0": {
          "n_unweighted": 1586,
          "n_weighted": 1666.8606060606082,
          "n_eff": 1285.5222243242765,
          "missing_n": 0,
          "mean": 4.926144957677653,
          "se": 0.04469311807703247
        },
        "difference": -1.2008385605807912,
        "se": 0.08204298071149879,
        "ci95": [
          -1.3616398479596432,
          -1.0400372732019392
        ],
        "p_raw": 1.6382710050533764e-48,
        "variance_method": "Fixed-weight stratified domain-ratio linearisation; no FPC",
        "unit": "days",
        "family": "needs_external",
        "groups": {
          "0": {
            "n_unweighted": 1586,
            "n_weighted": 1666.8606060606082,
            "n_eff": 1285.5222243242765,
            "missing_n": 56,
            "mean": 4.926144957677653,
            "se": 0.04469311807703247,
            "eligible_n": 1642,
            "eligible_weighted_n": 1729.2848484848505,
            "missing_counts": {
              "97": 40,
              "98": 16,
              "99": 0,
              "blank": 0
            },
            "se_method": "Approximate weighted population variance / (Kish ESS - 1); formal contrasts use declared stratified linearisation",
            "status": "reportable"
          },
          "1": {
            "n_unweighted": 872,
            "n_weighted": 779.0939393939398,
            "n_eff": 656.4075428791735,
            "missing_n": 32,
            "mean": 3.7253063970968614,
            "se": 0.06785674876699252,
            "eligible_n": 904,
            "eligible_weighted_n": 809.7303030303034,
            "missing_counts": {
              "97": 22,
              "98": 10,
              "99": 0,
              "blank": 0
            },
            "se_method": "Approximate weighted population variance / (Kish ESS - 1); formal contrasts use declared stratified linearisation",
            "status": "reportable"
          }
        },
        "intervals": "Unadjusted 95%; Holm applies to p-values, not simultaneous intervals",
        "p_holm": 3.276542010106753e-48
      }
    },
    {
      "analysis_id": "analysis_results.json#/tables/NEED_BUDGET_OVERSPEND/values",
      "values": {
        "group_1": {
          "n_unweighted": 678,
          "n_weighted": 631.5848484848491,
          "n_eff": 522.1680431449745,
          "missing_n": 0,
          "mean": 0.7230871832763178,
          "se": 0.01960098839473146
        },
        "group_0": {
          "n_unweighted": 1708,
          "n_weighted": 1769.769696969699,
          "n_eff": 1368.2594885074227,
          "missing_n": 0,
          "mean": 0.3502869745078969,
          "se": 0.012901710957012185
        },
        "difference": 37.28002087684209,
        "se": 2.3384580603439264,
        "ci95": [
          32.6967272992106,
          41.863314454473574
        ],
        "p_raw": 3.231078650940167e-57,
        "variance_method": "Fixed-weight stratified domain-ratio linearisation; no FPC",
        "unit": "percentage_points",
        "family": "needs_external",
        "groups": {
          "0": {
            "n_unweighted": 1708,
            "n_weighted": 1769.769696969699,
            "n_eff": 1368.2594885074227,
            "missing_n": 132,
            "mean": 0.3502869745078969,
            "se": 0.012901710957012185,
            "eligible_n": 1840,
            "eligible_weighted_n": 1896.9515151515172,
            "missing_counts": {
              "97": 107,
              "98": 25,
              "99": 0,
              "blank": 0
            },
            "se_method": "Approximate weighted population variance / (Kish ESS - 1); formal contrasts use declared stratified linearisation",
            "status": "reportable"
          },
          "1": {
            "n_unweighted": 678,
            "n_weighted": 631.5848484848491,
            "n_eff": 522.1680431449745,
            "missing_n": 39,
            "mean": 0.7230871832763178,
            "se": 0.01960098839473146,
            "eligible_n": 717,
            "eligible_weighted_n": 667.29393939394,
            "missing_counts": {
              "97": 33,
              "98": 6,
              "99": 0,
              "blank": 0
            },
            "se_method": "Approximate weighted population variance / (Kish ESS - 1); formal contrasts use declared stratified linearisation",
            "status": "reportable"
          }
        },
        "intervals": "Unadjusted 95%; Holm applies to p-values, not simultaneous intervals",
        "p_holm": 9.693235952820501e-57
      }
    },
    {
      "analysis_id": "analysis_results.json#/tables/NEED_WASTE_DISCARD/values",
      "values": {
        "group_1": {
          "n_unweighted": 797,
          "n_weighted": 754.7181818181824,
          "n_eff": 615.0008080851105,
          "missing_n": 0,
          "mean": 1.869202632329145,
          "se": 0.0629578906438389
        },
        "group_0": {
          "n_unweighted": 1664,
          "n_weighted": 1721.1303030303047,
          "n_eff": 1331.128909370946,
          "missing_n": 0,
          "mean": 0.8679708366418823,
          "se": 0.03197226342597299
        },
        "difference": 1.0012317956872627,
        "se": 0.06900032929440282,
        "ci95": [
          0.8659936353488291,
          1.1364699560256963
        ],
        "p_raw": 1.0390472786400157e-47,
        "variance_method": "Fixed-weight stratified domain-ratio linearisation; no FPC",
        "unit": "days",
        "family": "needs_external",
        "groups": {
          "0": {
            "n_unweighted": 1664,
            "n_weighted": 1721.1303030303047,
            "n_eff": 1331.128909370946,
            "missing_n": 64,
            "mean": 0.8679708366418823,
            "se": 0.03197226342597299,
            "eligible_n": 1728,
            "eligible_weighted_n": 1785.800000000002,
            "missing_counts": {
              "97": 41,
              "98": 23,
              "99": 0,
              "blank": 0
            },
            "se_method": "Approximate weighted population variance / (Kish ESS - 1); formal contrasts use declared stratified linearisation",
            "status": "reportable"
          },
          "1": {
            "n_unweighted": 797,
            "n_weighted": 754.7181818181824,
            "n_eff": 615.0008080851105,
            "missing_n": 24,
            "mean": 1.869202632329145,
            "se": 0.0629578906438389,
            "eligible_n": 821,
            "eligible_weighted_n": 775.5090909090916,
            "missing_counts": {
              "97": 14,
              "98": 10,
              "99": 0,
              "blank": 0
            },
            "se_method": "Approximate weighted population variance / (Kish ESS - 1); formal contrasts use declared stratified linearisation",
            "status": "reportable"
          }
        },
        "intervals": "Unadjusted 95%; Holm applies to p-values, not simultaneous intervals",
        "p_holm": 1.0390472786400157e-47
      }
    }
  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"study_id": "SBT-004",
  "source_sha256": "6394f992f4eeddf376413b0ca394466f4a2ca9151304a015930adf658b3aa20a",
  "analysis_sha256": "fd2b43d20bb99f2c38560193c5a2b8bbc4e768c46dd9329046cd8244c9a81701",
  "approved_at": "2026-09-22T06:32:29.183Z",
  "universe": "Valid group 1 versus group 0, valid outcome; all rows retained for variance strata",
  "review_record": {
    "findings": {
      "F1": {
        "decision": "accept",
        "text": "Prioritise a small pilot around quick meals and flexible replanning, with use-up and budget help as closely related tasks. Requests are 60.82%, 59.16% and 57.12%, respectively; sharing attracts 47.23%. These identify a task shortlist, not a statistically established winner. [software QA edit]",
        "reason": "Software QA: verify original wording survives a revision. No human assessment.",
        "importance": "primary"
      },
      "F2": {
        "decision": "accept",
        "text": "Recruit households meeting the effort criteria as a priority pilot audience: they report 2.19 versus 0.97 top-up days per week, a +1.22-day difference (95% CI 1.10 to 1.34; Holm p=3.72e-84), and 3.73 versus 4.93 planned days, a −1.20-day difference (CI −1.36 to −1.04; Holm p=3.28e-48). Both exceed the 0.5-day attention threshold.",
        "reason": "",
        "importance": "primary"
      },
      "F3": {
        "decision": "accept",
        "text": "Include budget and waste needs in the pilot rather than treating effort as the only opportunity. Budget-state households report overspending in at least one of four weeks at 72.31% versus 35.03%: +37.28 points (95% CI 32.70 to 41.86; Holm p=9.69e-57). Waste-state households report 1.87 versus 0.87 discard days per week: +1.00 day (CI 0.87 to 1.14; Holm p=1.04e-47). Both exceed their attention thresholds.",
        "reason": "",
        "importance": "primary"
      },
      "F4": {
        "decision": "accept",
        "text": "Recruit overlapping needs rather than exclusive personas. Effort, waste and budget criteria are met by 31.89%, 30.28% and 26.02% of their respective derivable bases. Among households with all flags valid, 58.89% meet at least one state, 24.44% meet at least two, and 5.93% meet all three.",
        "reason": "",
        "importance": "secondary"
      },
      "F5": {
        "decision": "accept",
        "text": "Include households with children under 16 as a practical recruitment context. They report 1.91 versus 1.17 top-up days: +0.73 day (95% CI 0.63 to 0.84; Holm p=3.91e-40), exceeding the attention threshold. Their planning difference is smaller: 4.23 versus 4.64 days, −0.40 day (CI −0.54 to −0.27; Holm p=6.64e-9), statistically detectable but below the 0.5-day point-estimate threshold.",
        "reason": "",
        "importance": "secondary"
      },
      "F6": {
        "decision": "accept",
        "text": "Keep participation optional and test delivery format: willingness to welcome digital help is polarised, with 46.82% agreeing, 47.38% disagreeing and only 5.80% neutral. Strong agreement and strong disagreement are each about 35%; a near-midpoint mean would obscure this split.",
        "reason": "",
        "importance": "primary"
      },
      "F7": {
        "decision": "accept",
        "text": "Existing tools provide useful comparison experiences, but the study does not establish a dissatisfied replacement market. Current use is 38.90% among valid household screeners. Among valid current-user follow-ups, 83.15% are satisfied and 54.27% have used sharing.",
        "reason": "",
        "importance": "secondary"
      },
      "F8": {
        "decision": "accept",
        "text": "Test flexibility, low setup effort, acceptable cost and information-sharing controls together. Reported barriers are tightly grouped: rigidity 49.56%, extra cost 49.56%, privacy 48.72% and setup/upkeep 47.90%. Before choosing a format, compare realistic delivery alternatives on task completion and burden; before commercial claims, obtain price evidence, observed uptake, repeated use and controlled outcome evidence.",
        "reason": "",
        "importance": "primary"
      }
    },
    "beats": {
      "1": {
        "include": true,
        "title": "Start with flexible meal help, incorporating use-up and budget tasks",
        "order": 1
      },
      "2": {
        "include": true,
        "title": "Recruit across overlapping needs and household contexts",
        "order": 2
      },
      "3": {
        "include": true,
        "title": "Keep support optional and leave delivery format open",
        "order": 3
      },
      "4": {
        "include": true,
        "title": "Use the pilot to resolve usability, adoption and value questions",
        "order": 4
      }
    },
    "missed": "",
    "minutes": "",
    "notes": "SOFTWARE QA ONLY. Acceptance here tests export mechanics and is not substantive researcher approval.",
    "approved": true,
    "started_at": "2026-09-22T06:32:29.020Z",
    "approved_at": "2026-09-22T06:32:29.183Z"
  },
  "preparation_review": {
    "baseline": "SOFTWARE QA ONLY: check the preparation/review/export loop. This is not an independent researcher assessment.",
    "prepared": true,
    "revisedEvidence": null,
    "revision": 0
  },
  "qualifications": "Full bases, unknown counts and all eight combinations are retained in analysis_claims.need_state_sizes_and_joint_membership. Joint valid n/weighted n/ESS=2280/2290.14/1799.62, with 420 households lacking at least one flag. Marginal prevalence uses different valid denominators. Numerical prevalence differences do not establish superiority; meeting no defined state does not mean having no support needs. Children/no-children eligible N/weighted N=1296/702 and 1404/1998. Top-ups valid n/weighted n/ESS=1258/681.17/1216.30 and 1356/1926.49/1273.98; DK/refusal=29/9 and 36/12. Planning valid bases=1254/679.47/1212.62 and 1355/1923.93/1272.60; DK/refusal=30/12 and 35/14. No unknown children status or structural omissions. Planning's interval includes differences exceeding 0.5 day in magnitude. Children status is neither a need definition nor a causal explanation.",
  "chart_table": "tables.CHILDREN_TOPUPS",
  "original_beat": {
    "order": 2,
    "finding_refs": [
      "F4",
      "F5"
    ],
    "headline_intent": "Recruit across overlapping needs and household contexts",
    "analytical_relationship": "Joint membership prevents exclusive-persona targeting; children status adds a practical recruitment context while separating statistical evidence from the attention threshold.",
    "original_order": 2,
    "original_headline_intent": "Recruit across overlapping needs and household contexts"
  },
  "findings": [
    {
      "model_finding_id": "F4",
      "proposition": "Recruit overlapping needs rather than exclusive personas. Effort, waste and budget criteria are met by 31.89%, 30.28% and 26.02% of their respective derivable bases. Among households with all flags valid, 58.89% meet at least one state, 24.44% meet at least two, and 5.93% meet all three.",
      "evidence_refs": [
        "analysis_results.json#/tables/need_effort/values",
        "analysis_results.json#/tables/need_waste/values",
        "analysis_results.json#/tables/need_budget/values",
        "analysis_results.json#/tables/need_combinations/values"
      ],
      "importance": "secondary",
      "claim_strength": "Descriptive joint membership",
      "qualification": "Full bases, unknown counts and all eight combinations are retained in analysis_claims.need_state_sizes_and_joint_membership. Joint valid n/weighted n/ESS=2280/2290.14/1799.62, with 420 households lacking at least one flag. Marginal prevalence uses different valid denominators. Numerical prevalence differences do not establish superiority; meeting no defined state does not mean having no support needs.",
      "topic_cluster": "audience_overlap",
      "original_proposition": "Recruit overlapping needs rather than exclusive personas. Effort, waste and budget criteria are met by 31.89%, 30.28% and 26.02% of their respective derivable bases. Among households with all flags valid, 58.89% meet at least one state, 24.44% meet at least two, and 5.93% meet all three.",
      "original_importance": "secondary",
      "review": {
        "decision": "accept",
        "text": "Recruit overlapping needs rather than exclusive personas. Effort, waste and budget criteria are met by 31.89%, 30.28% and 26.02% of their respective derivable bases. Among households with all flags valid, 58.89% meet at least one state, 24.44% meet at least two, and 5.93% meet all three.",
        "reason": "",
        "importance": "secondary"
      },
      "evidence": [
        {
          "analysis_id": "analysis_results.json#/tables/need_effort/values",
          "values": {
            "n_unweighted": 2546,
            "n_weighted": 2539.0151515151542,
            "n_eff": 2006.6769826277973,
            "missing_n": 154,
            "mean": 0.3189151126361329,
            "se": 0.010406571599226392,
            "eligible_n": 2700,
            "eligible_weighted_n": 2700.0000000000027,
            "missing_counts": {
              "97": 0,
              "98": 0,
              "99": 154,
              "blank": 0
            },
            "se_method": "Approximate weighted population variance / (Kish ESS - 1); formal contrasts use declared stratified linearisation",
            "status": "reportable",
            "pct": 31.891511263613292
          }
        },
        {
          "analysis_id": "analysis_results.json#/tables/need_waste/values",
          "values": {
            "n_unweighted": 2549,
            "n_weighted": 2561.3090909090934,
            "n_eff": 2012.917043851338,
            "missing_n": 151,
            "mean": 0.30277840876824347,
            "se": 0.010243369291559326,
            "eligible_n": 2700,
            "eligible_weighted_n": 2700.0000000000027,
            "missing_counts": {
              "97": 0,
              "98": 0,
              "99": 151,
              "blank": 0
            },
            "se_method": "Approximate weighted population variance / (Kish ESS - 1); formal contrasts use declared stratified linearisation",
            "status": "reportable",
            "pct": 30.277840876824346
          }
        },
        {
          "analysis_id": "analysis_results.json#/tables/need_budget/values",
          "values": {
            "n_unweighted": 2557,
            "n_weighted": 2564.245454545457,
            "n_eff": 2020.8761888159931,
            "missing_n": 143,
            "mean": 0.2602301344479621,
            "se": 0.009762582938445535,
            "eligible_n": 2700,
            "eligible_weighted_n": 2700.0000000000027,
            "missing_counts": {
              "97": 0,
              "98": 0,
              "99": 143,
              "blank": 0
            },
            "se_method": "Approximate weighted population variance / (Kish ESS - 1); formal contrasts use declared stratified linearisation",
            "status": "reportable",
            "pct": 26.023013444796213
          }
        },
        {
          "analysis_id": "analysis_results.json#/tables/need_combinations/values",
          "values": {
            "100": {
              "n_unweighted": 2280,
              "n_weighted": 2290.139393939396,
              "n_eff": 1799.6223529252443,
              "missing_n": 0,
              "mean": 0.11451995776358727,
              "se": 0.007508617562769607,
              "eligible_n": 2280,
              "eligible_weighted_n": 2290.139393939396,
              "missing_counts": {
                "97": 0,
                "98": 0,
                "99": 0,
                "blank": 0
              },
              "se_method": "Approximate weighted population variance / (Kish ESS - 1); formal contrasts use declared stratified linearisation",
              "status": "reportable",
              "pct": 11.451995776358727
            },
            "101": {
              "n_unweighted": 2280,
              "n_weighted": 2290.139393939396,
              "n_eff": 1799.6223529252443,
              "missing_n": 0,
              "mean": 0.04454009680501121,
              "se": 0.00486420442159317,
              "eligible_n": 2280,
              "eligible_weighted_n": 2290.139393939396,
              "missing_counts": {
                "97": 0,
                "98": 0,
                "99": 0,
                "blank": 0
              },
              "se_method": "Approximate weighted population variance / (Kish ESS - 1); formal contrasts use declared stratified linearisation",
              "status": "reportable",
              "pct": 4.454009680501121
            },
            "110": {
              "n_unweighted": 2280,
              "n_weighted": 2290.139393939396,
              "n_eff": 1799.6223529252443,
              "missing_n": 0,
              "mean": 0.04880872674152425,
              "se": 0.005080572751179792,
              "eligible_n": 2280,
              "eligible_weighted_n": 2290.139393939396,
              "missing_counts": {
                "97": 0,
                "98": 0,
                "99": 0,
                "blank": 0
              },
              "se_method": "Approximate weighted population variance / (Kish ESS - 1); formal contrasts use declared stratified linearisation",
              "status": "reportable",
              "pct": 4.880872674152425
            },
            "111": {
              "n_unweighted": 2280,
              "n_weighted": 2290.139393939396,
              "n_eff": 1799.6223529252443,
              "missing_n": 0,
              "mean": 0.059317548488513304,
              "se": 0.00556984519617398,
              "eligible_n": 2280,
              "eligible_weighted_n": 2290.139393939396,
              "missing_counts": {
                "97": 0,
                "98": 0,
                "99": 0,
                "blank": 0
              },
              "se_method": "Approximate weighted population variance / (Kish ESS - 1); formal contrasts use declared stratified linearisation",
              "status": "reportable",
              "pct": 5.93175484885133
            },
            "000": {
              "n_unweighted": 2280,
              "n_weighted": 2290.139393939396,
              "n_eff": 1799.6223529252443,
              "missing_n": 0,
              "mean": 0.41105080278294576,
              "se": 0.011601567581109983,
              "eligible_n": 2280,
              "eligible_weighted_n": 2290.139393939396,
              "missing_counts": {
                "97": 0,
                "98": 0,
                "99": 0,
                "blank": 0
              },
              "se_method": "Approximate weighted population variance / (Kish ESS - 1); formal contrasts use declared stratified linearisation",
              "status": "reportable",
              "pct": 41.10508027829457
            },
            "001": {
              "n_unweighted": 2280,
              "n_weighted": 2290.139393939396,
              "n_eff": 1799.6223529252443,
              "missing_n": 0,
              "mean": 0.1077795979072334,
              "se": 0.007311969332657628,
              "eligible_n": 2280,
              "eligible_weighted_n": 2290.139393939396,
              "missing_counts": {
                "97": 0,
                "98": 0,
                "99": 0,
                "blank": 0
              },
              "se_method": "Approximate weighted population variance / (Kish ESS - 1); formal contrasts use declared stratified linearisation",
              "status": "reportable",
              "pct": 10.77795979072334
            },
            "010": {
              "n_unweighted": 2280,
              "n_weighted": 2290.139393939396,
              "n_eff": 1799.6223529252443,
              "missing_n": 0,
              "mean": 0.122235512989814,
              "se": 0.007723563287004715,
              "eligible_n": 2280,
              "eligible_weighted_n": 2290.139393939396,
              "missing_counts": {
                "97": 0,
                "98": 0,
                "99": 0,
                "blank": 0
              },
              "se_method": "Approximate weighted population variance / (Kish ESS - 1); formal contrasts use declared stratified linearisation",
              "status": "reportable",
              "pct": 12.2235512989814
            },
            "011": {
              "n_unweighted": 2280,
              "n_weighted": 2290.139393939396,
              "n_eff": 1799.6223529252443,
              "missing_n": 0,
              "mean": 0.0917477565213709,
              "se": 0.006806611656308042,
              "eligible_n": 2280,
              "eligible_weighted_n": 2290.139393939396,
              "missing_counts": {
                "97": 0,
                "98": 0,
                "99": 0,
                "blank": 0
              },
              "se_method": "Approximate weighted population variance / (Kish ESS - 1); formal contrasts use declared stratified linearisation",
              "status": "reportable",
              "pct": 9.17477565213709
            }
          }
        }
      ]
    },
    {
      "model_finding_id": "F5",
      "proposition": "Include households with children under 16 as a practical recruitment context. They report 1.91 versus 1.17 top-up days: +0.73 day (95% CI 0.63 to 0.84; Holm p=3.91e-40), exceeding the attention threshold. Their planning difference is smaller: 4.23 versus 4.64 days, −0.40 day (CI −0.54 to −0.27; Holm p=6.64e-9), statistically detectable but below the 0.5-day point-estimate threshold.",
      "evidence_refs": [
        "analysis_results.json#/tables/CHILDREN_TOPUPS/values",
        "analysis_results.json#/tables/CHILDREN_PLANNING/values"
      ],
      "importance": "secondary",
      "claim_strength": "Prespecified adjusted household-context associations",
      "qualification": "Children/no-children eligible N/weighted N=1296/702 and 1404/1998. Top-ups valid n/weighted n/ESS=1258/681.17/1216.30 and 1356/1926.49/1273.98; DK/refusal=29/9 and 36/12. Planning valid bases=1254/679.47/1212.62 and 1355/1923.93/1272.60; DK/refusal=30/12 and 35/14. No unknown children status or structural omissions. Planning's interval includes differences exceeding 0.5 day in magnitude. Children status is neither a need definition nor a causal explanation.",
      "topic_cluster": "household_context",
      "original_proposition": "Include households with children under 16 as a practical recruitment context. They report 1.91 versus 1.17 top-up days: +0.73 day (95% CI 0.63 to 0.84; Holm p=3.91e-40), exceeding the attention threshold. Their planning difference is smaller: 4.23 versus 4.64 days, −0.40 day (CI −0.54 to −0.27; Holm p=6.64e-9), statistically detectable but below the 0.5-day point-estimate threshold.",
      "original_importance": "secondary",
      "review": {
        "decision": "accept",
        "text": "Include households with children under 16 as a practical recruitment context. They report 1.91 versus 1.17 top-up days: +0.73 day (95% CI 0.63 to 0.84; Holm p=3.91e-40), exceeding the attention threshold. Their planning difference is smaller: 4.23 versus 4.64 days, −0.40 day (CI −0.54 to −0.27; Holm p=6.64e-9), statistically detectable but below the 0.5-day point-estimate threshold.",
        "reason": "",
        "importance": "secondary"
      },
      "evidence": [
        {
          "analysis_id": "analysis_results.json#/tables/CHILDREN_TOPUPS/values",
          "values": {
            "group_1": {
              "n_unweighted": 1258,
              "n_weighted": 681.1666666666667,
              "n_eff": 1216.3017327504099,
              "missing_n": 0,
              "mean": 1.9093711769023731,
              "se": 0.04317326959762026
            },
            "group_0": {
              "n_unweighted": 1356,
              "n_weighted": 1926.4909090909118,
              "n_eff": 1273.9795845731282,
              "missing_n": 0,
              "mean": 1.174943609199958,
              "se": 0.03394064854830954
            },
            "difference": 0.734427567702415,
            "se": 0.055167950378160246,
            "ci95": [
              0.626300371860328,
              0.842554763544502
            ],
            "p_raw": 1.9561722419463455e-40,
            "variance_method": "Fixed-weight stratified domain-ratio linearisation; no FPC",
            "unit": "days",
            "family": "household_context",
            "groups": {
              "0": {
                "n_unweighted": 1356,
                "n_weighted": 1926.4909090909118,
                "n_eff": 1273.9795845731282,
                "missing_n": 48,
                "mean": 1.174943609199958,
                "se": 0.03394064854830954,
                "eligible_n": 1404,
                "eligible_weighted_n": 1998.0000000000027,
                "missing_counts": {
                  "97": 36,
                  "98": 12,
                  "99": 0,
                  "blank": 0
                },
                "se_method": "Approximate weighted population variance / (Kish ESS - 1); formal contrasts use declared stratified linearisation",
                "status": "reportable"
              },
              "1": {
                "n_unweighted": 1258,
                "n_weighted": 681.1666666666667,
                "n_eff": 1216.3017327504099,
                "missing_n": 38,
                "mean": 1.9093711769023731,
                "se": 0.04317326959762026,
                "eligible_n": 1296,
                "eligible_weighted_n": 702,
                "missing_counts": {
                  "97": 29,
                  "98": 9,
                  "99": 0,
                  "blank": 0
                },
                "se_method": "Approximate weighted population variance / (Kish ESS - 1); formal contrasts use declared stratified linearisation",
                "status": "reportable"
              }
            },
            "intervals": "Unadjusted 95%; Holm applies to p-values, not simultaneous intervals",
            "p_holm": 3.912344483892691e-40
          }
        },
        {
          "analysis_id": "analysis_results.json#/tables/CHILDREN_PLANNING/values",
          "values": {
            "group_1": {
              "n_unweighted": 1254,
              "n_weighted": 679.4666666666667,
              "n_eff": 1212.6222990089068,
              "missing_n": 0,
              "mean": 4.233810832025118,
              "se": 0.04949513129156002
            },
            "group_0": {
              "n_unweighted": 1355,
              "n_weighted": 1923.9272727272755,
              "n_eff": 1272.5967495496861,
              "missing_n": 0,
              "mean": 4.637280751493158,
              "se": 0.04904650761882134
            },
            "difference": -0.4034699194680398,
            "se": 0.06956484802977508,
            "ci95": [
              -0.5398145161964011,
              -0.2671253227396785
            ],
            "p_raw": 6.63501694950694e-9,
            "variance_method": "Fixed-weight stratified domain-ratio linearisation; no FPC",
            "unit": "days",
            "family": "household_context",
            "groups": {
              "0": {
                "n_unweighted": 1355,
                "n_weighted": 1923.9272727272755,
                "n_eff": 1272.5967495496861,
                "missing_n": 49,
                "mean": 4.637280751493158,
                "se": 0.04904650761882134,
                "eligible_n": 1404,
                "eligible_weighted_n": 1998.0000000000027,
                "missing_counts": {
                  "97": 35,
                  "98": 14,
                  "99": 0,
                  "blank": 0
                },
                "se_method": "Approximate weighted population variance / (Kish ESS - 1); formal contrasts use declared stratified linearisation",
                "status": "reportable"
              },
              "1": {
                "n_unweighted": 1254,
                "n_weighted": 679.4666666666667,
                "n_eff": 1212.6222990089068,
                "missing_n": 42,
                "mean": 4.233810832025118,
                "se": 0.04949513129156002,
                "eligible_n": 1296,
                "eligible_weighted_n": 702,
                "missing_counts": {
                  "97": 30,
                  "98": 12,
                  "99": 0,
                  "blank": 0
                },
                "se_method": "Approximate weighted population variance / (Kish ESS - 1); formal contrasts use declared stratified linearisation",
                "status": "reportable"
              }
            },
            "intervals": "Unadjusted 95%; Holm applies to p-values, not simultaneous intervals",
            "p_holm": 6.63501694950694e-9
          }
        }
      ]
    }
  ],
  "cited_tables": [
    {
      "analysis_id": "analysis_results.json#/tables/need_effort/values",
      "values": {
        "n_unweighted": 2546,
        "n_weighted": 2539.0151515151542,
        "n_eff": 2006.6769826277973,
        "missing_n": 154,
        "mean": 0.3189151126361329,
        "se": 0.010406571599226392,
        "eligible_n": 2700,
        "eligible_weighted_n": 2700.0000000000027,
        "missing_counts": {
          "97": 0,
          "98": 0,
          "99": 154,
          "blank": 0
        },
        "se_method": "Approximate weighted population variance / (Kish ESS - 1); formal contrasts use declared stratified linearisation",
        "status": "reportable",
        "pct": 31.891511263613292
      }
    },
    {
      "analysis_id": "analysis_results.json#/tables/need_waste/values",
      "values": {
        "n_unweighted": 2549,
        "n_weighted": 2561.3090909090934,
        "n_eff": 2012.917043851338,
        "missing_n": 151,
        "mean": 0.30277840876824347,
        "se": 0.010243369291559326,
        "eligible_n": 2700,
        "eligible_weighted_n": 2700.0000000000027,
        "missing_counts": {
          "97": 0,
          "98": 0,
          "99": 151,
          "blank": 0
        },
        "se_method": "Approximate weighted population variance / (Kish ESS - 1); formal contrasts use declared stratified linearisation",
        "status": "reportable",
        "pct": 30.277840876824346
      }
    },
    {
      "analysis_id": "analysis_results.json#/tables/need_budget/values",
      "values": {
        "n_unweighted": 2557,
        "n_weighted": 2564.245454545457,
        "n_eff": 2020.8761888159931,
        "missing_n": 143,
        "mean": 0.2602301344479621,
        "se": 0.009762582938445535,
        "eligible_n": 2700,
        "eligible_weighted_n": 2700.0000000000027,
        "missing_counts": {
          "97": 0,
          "98": 0,
          "99": 143,
          "blank": 0
        },
        "se_method": "Approximate weighted population variance / (Kish ESS - 1); formal contrasts use declared stratified linearisation",
        "status": "reportable",
        "pct": 26.023013444796213
      }
    },
    {
      "analysis_id": "analysis_results.json#/tables/need_combinations/values",
      "values": {
        "100": {
          "n_unweighted": 2280,
          "n_weighted": 2290.139393939396,
          "n_eff": 1799.6223529252443,
          "missing_n": 0,
          "mean": 0.11451995776358727,
          "se": 0.007508617562769607,
          "eligible_n": 2280,
          "eligible_weighted_n": 2290.139393939396,
          "missing_counts": {
            "97": 0,
            "98": 0,
            "99": 0,
            "blank": 0
          },
          "se_method": "Approximate weighted population variance / (Kish ESS - 1); formal contrasts use declared stratified linearisation",
          "status": "reportable",
          "pct": 11.451995776358727
        },
        "101": {
          "n_unweighted": 2280,
          "n_weighted": 2290.139393939396,
          "n_eff": 1799.6223529252443,
          "missing_n": 0,
          "mean": 0.04454009680501121,
          "se": 0.00486420442159317,
          "eligible_n": 2280,
          "eligible_weighted_n": 2290.139393939396,
          "missing_counts": {
            "97": 0,
            "98": 0,
            "99": 0,
            "blank": 0
          },
          "se_method": "Approximate weighted population variance / (Kish ESS - 1); formal contrasts use declared stratified linearisation",
          "status": "reportable",
          "pct": 4.454009680501121
        },
        "110": {
          "n_unweighted": 2280,
          "n_weighted": 2290.139393939396,
          "n_eff": 1799.6223529252443,
          "missing_n": 0,
          "mean": 0.04880872674152425,
          "se": 0.005080572751179792,
          "eligible_n": 2280,
          "eligible_weighted_n": 2290.139393939396,
          "missing_counts": {
            "97": 0,
            "98": 0,
            "99": 0,
            "blank": 0
          },
          "se_method": "Approximate weighted population variance / (Kish ESS - 1); formal contrasts use declared stratified linearisation",
          "status": "reportable",
          "pct": 4.880872674152425
        },
        "111": {
          "n_unweighted": 2280,
          "n_weighted": 2290.139393939396,
          "n_eff": 1799.6223529252443,
          "missing_n": 0,
          "mean": 0.059317548488513304,
          "se": 0.00556984519617398,
          "eligible_n": 2280,
          "eligible_weighted_n": 2290.139393939396,
          "missing_counts": {
            "97": 0,
            "98": 0,
            "99": 0,
            "blank": 0
          },
          "se_method": "Approximate weighted population variance / (Kish ESS - 1); formal contrasts use declared stratified linearisation",
          "status": "reportable",
          "pct": 5.93175484885133
        },
        "000": {
          "n_unweighted": 2280,
          "n_weighted": 2290.139393939396,
          "n_eff": 1799.6223529252443,
          "missing_n": 0,
          "mean": 0.41105080278294576,
          "se": 0.011601567581109983,
          "eligible_n": 2280,
          "eligible_weighted_n": 2290.139393939396,
          "missing_counts": {
            "97": 0,
            "98": 0,
            "99": 0,
            "blank": 0
          },
          "se_method": "Approximate weighted population variance / (Kish ESS - 1); formal contrasts use declared stratified linearisation",
          "status": "reportable",
          "pct": 41.10508027829457
        },
        "001": {
          "n_unweighted": 2280,
          "n_weighted": 2290.139393939396,
          "n_eff": 1799.6223529252443,
          "missing_n": 0,
          "mean": 0.1077795979072334,
          "se": 0.007311969332657628,
          "eligible_n": 2280,
          "eligible_weighted_n": 2290.139393939396,
          "missing_counts": {
            "97": 0,
            "98": 0,
            "99": 0,
            "blank": 0
          },
          "se_method": "Approximate weighted population variance / (Kish ESS - 1); formal contrasts use declared stratified linearisation",
          "status": "reportable",
          "pct": 10.77795979072334
        },
        "010": {
          "n_unweighted": 2280,
          "n_weighted": 2290.139393939396,
          "n_eff": 1799.6223529252443,
          "missing_n": 0,
          "mean": 0.122235512989814,
          "se": 0.007723563287004715,
          "eligible_n": 2280,
          "eligible_weighted_n": 2290.139393939396,
          "missing_counts": {
            "97": 0,
            "98": 0,
            "99": 0,
            "blank": 0
          },
          "se_method": "Approximate weighted population variance / (Kish ESS - 1); formal contrasts use declared stratified linearisation",
          "status": "reportable",
          "pct": 12.2235512989814
        },
        "011": {
          "n_unweighted": 2280,
          "n_weighted": 2290.139393939396,
          "n_eff": 1799.6223529252443,
          "missing_n": 0,
          "mean": 0.0917477565213709,
          "se": 0.006806611656308042,
          "eligible_n": 2280,
          "eligible_weighted_n": 2290.139393939396,
          "missing_counts": {
            "97": 0,
            "98": 0,
            "99": 0,
            "blank": 0
          },
          "se_method": "Approximate weighted population variance / (Kish ESS - 1); formal contrasts use declared stratified linearisation",
          "status": "reportable",
          "pct": 9.17477565213709
        }
      }
    },
    {
      "analysis_id": "analysis_results.json#/tables/CHILDREN_TOPUPS/values",
      "values": {
        "group_1": {
          "n_unweighted": 1258,
          "n_weighted": 681.1666666666667,
          "n_eff": 1216.3017327504099,
          "missing_n": 0,
          "mean": 1.9093711769023731,
          "se": 0.04317326959762026
        },
        "group_0": {
          "n_unweighted": 1356,
          "n_weighted": 1926.4909090909118,
          "n_eff": 1273.9795845731282,
          "missing_n": 0,
          "mean": 1.174943609199958,
          "se": 0.03394064854830954
        },
        "difference": 0.734427567702415,
        "se": 0.055167950378160246,
        "ci95": [
          0.626300371860328,
          0.842554763544502
        ],
        "p_raw": 1.9561722419463455e-40,
        "variance_method": "Fixed-weight stratified domain-ratio linearisation; no FPC",
        "unit": "days",
        "family": "household_context",
        "groups": {
          "0": {
            "n_unweighted": 1356,
            "n_weighted": 1926.4909090909118,
            "n_eff": 1273.9795845731282,
            "missing_n": 48,
            "mean": 1.174943609199958,
            "se": 0.03394064854830954,
            "eligible_n": 1404,
            "eligible_weighted_n": 1998.0000000000027,
            "missing_counts": {
              "97": 36,
              "98": 12,
              "99": 0,
              "blank": 0
            },
            "se_method": "Approximate weighted population variance / (Kish ESS - 1); formal contrasts use declared stratified linearisation",
            "status": "reportable"
          },
          "1": {
            "n_unweighted": 1258,
            "n_weighted": 681.1666666666667,
            "n_eff": 1216.3017327504099,
            "missing_n": 38,
            "mean": 1.9093711769023731,
            "se": 0.04317326959762026,
            "eligible_n": 1296,
            "eligible_weighted_n": 702,
            "missing_counts": {
              "97": 29,
              "98": 9,
              "99": 0,
              "blank": 0
            },
            "se_method": "Approximate weighted population variance / (Kish ESS - 1); formal contrasts use declared stratified linearisation",
            "status": "reportable"
          }
        },
        "intervals": "Unadjusted 95%; Holm applies to p-values, not simultaneous intervals",
        "p_holm": 3.912344483892691e-40
      }
    },
    {
      "analysis_id": "analysis_results.json#/tables/CHILDREN_PLANNING/values",
      "values": {
        "group_1": {
          "n_unweighted": 1254,
          "n_weighted": 679.4666666666667,
          "n_eff": 1212.6222990089068,
          "missing_n": 0,
          "mean": 4.233810832025118,
          "se": 0.04949513129156002
        },
        "group_0": {
          "n_unweighted": 1355,
          "n_weighted": 1923.9272727272755,
          "n_eff": 1272.5967495496861,
          "missing_n": 0,
          "mean": 4.637280751493158,
          "se": 0.04904650761882134
        },
        "difference": -0.4034699194680398,
        "se": 0.06956484802977508,
        "ci95": [
          -0.5398145161964011,
          -0.2671253227396785
        ],
        "p_raw": 6.63501694950694e-9,
        "variance_method": "Fixed-weight stratified domain-ratio linearisation; no FPC",
        "unit": "days",
        "family": "household_context",
        "groups": {
          "0": {
            "n_unweighted": 1355,
            "n_weighted": 1923.9272727272755,
            "n_eff": 1272.5967495496861,
            "missing_n": 49,
            "mean": 4.637280751493158,
            "se": 0.04904650761882134,
            "eligible_n": 1404,
            "eligible_weighted_n": 1998.0000000000027,
            "missing_counts": {
              "97": 35,
              "98": 14,
              "99": 0,
              "blank": 0
            },
            "se_method": "Approximate weighted population variance / (Kish ESS - 1); formal contrasts use declared stratified linearisation",
            "status": "reportable"
          },
          "1": {
            "n_unweighted": 1254,
            "n_weighted": 679.4666666666667,
            "n_eff": 1212.6222990089068,
            "missing_n": 42,
            "mean": 4.233810832025118,
            "se": 0.04949513129156002,
            "eligible_n": 1296,
            "eligible_weighted_n": 702,
            "missing_counts": {
              "97": 30,
              "98": 12,
              "99": 0,
              "blank": 0
            },
            "se_method": "Approximate weighted population variance / (Kish ESS - 1); formal contrasts use declared stratified linearisation",
            "status": "reportable"
          }
        },
        "intervals": "Unadjusted 95%; Holm applies to p-values, not simultaneous intervals",
        "p_holm": 6.63501694950694e-9
      }
    }
  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"study_id": "SBT-004",
  "source_sha256": "6394f992f4eeddf376413b0ca394466f4a2ca9151304a015930adf658b3aa20a",
  "analysis_sha256": "fd2b43d20bb99f2c38560193c5a2b8bbc4e768c46dd9329046cd8244c9a81701",
  "approved_at": "2026-09-22T06:32:29.183Z",
  "universe": "All households; valid 1–5 responses",
  "review_record": {
    "findings": {
      "F1": {
        "decision": "accept",
        "text": "Prioritise a small pilot around quick meals and flexible replanning, with use-up and budget help as closely related tasks. Requests are 60.82%, 59.16% and 57.12%, respectively; sharing attracts 47.23%. These identify a task shortlist, not a statistically established winner. [software QA edit]",
        "reason": "Software QA: verify original wording survives a revision. No human assessment.",
        "importance": "primary"
      },
      "F2": {
        "decision": "accept",
        "text": "Recruit households meeting the effort criteria as a priority pilot audience: they report 2.19 versus 0.97 top-up days per week, a +1.22-day difference (95% CI 1.10 to 1.34; Holm p=3.72e-84), and 3.73 versus 4.93 planned days, a −1.20-day difference (CI −1.36 to −1.04; Holm p=3.28e-48). Both exceed the 0.5-day attention threshold.",
        "reason": "",
        "importance": "primary"
      },
      "F3": {
        "decision": "accept",
        "text": "Include budget and waste needs in the pilot rather than treating effort as the only opportunity. Budget-state households report overspending in at least one of four weeks at 72.31% versus 35.03%: +37.28 points (95% CI 32.70 to 41.86; Holm p=9.69e-57). Waste-state households report 1.87 versus 0.87 discard days per week: +1.00 day (CI 0.87 to 1.14; Holm p=1.04e-47). Both exceed their attention thresholds.",
        "reason": "",
        "importance": "primary"
      },
      "F4": {
        "decision": "accept",
        "text": "Recruit overlapping needs rather than exclusive personas. Effort, waste and budget criteria are met by 31.89%, 30.28% and 26.02% of their respective derivable bases. Among households with all flags valid, 58.89% meet at least one state, 24.44% meet at least two, and 5.93% meet all three.",
        "reason": "",
        "importance": "secondary"
      },
      "F5": {
        "decision": "accept",
        "text": "Include households with children under 16 as a practical recruitment context. They report 1.91 versus 1.17 top-up days: +0.73 day (95% CI 0.63 to 0.84; Holm p=3.91e-40), exceeding the attention threshold. Their planning difference is smaller: 4.23 versus 4.64 days, −0.40 day (CI −0.54 to −0.27; Holm p=6.64e-9), statistically detectable but below the 0.5-day point-estimate threshold.",
        "reason": "",
        "importance": "secondary"
      },
      "F6": {
        "decision": "accept",
        "text": "Keep participation optional and test delivery format: willingness to welcome digital help is polarised, with 46.82% agreeing, 47.38% disagreeing and only 5.80% neutral. Strong agreement and strong disagreement are each about 35%; a near-midpoint mean would obscure this split.",
        "reason": "",
        "importance": "primary"
      },
      "F7": {
        "decision": "accept",
        "text": "Existing tools provide useful comparison experiences, but the study does not establish a dissatisfied replacement market. Current use is 38.90% among valid household screeners. Among valid current-user follow-ups, 83.15% are satisfied and 54.27% have used sharing.",
        "reason": "",
        "importance": "secondary"
      },
      "F8": {
        "decision": "accept",
        "text": "Test flexibility, low setup effort, acceptable cost and information-sharing controls together. Reported barriers are tightly grouped: rigidity 49.56%, extra cost 49.56%, privacy 48.72% and setup/upkeep 47.90%. Before choosing a format, compare realistic delivery alternatives on task completion and burden; before commercial claims, obtain price evidence, observed uptake, repeated use and controlled outcome evidence.",
        "reason": "",
        "importance": "primary"
      }
    },
    "beats": {
      "1": {
        "include": true,
        "title": "Start with flexible meal help, incorporating use-up and budget tasks",
        "order": 1
      },
      "2": {
        "include": true,
        "title": "Recruit across overlapping needs and household contexts",
        "order": 2
      },
      "3": {
        "include": true,
        "title": "Keep support optional and leave delivery format open",
        "order": 3
      },
      "4": {
        "include": true,
        "title": "Use the pilot to resolve usability, adoption and value questions",
        "order": 4
      }
    },
    "missed": "",
    "minutes": "",
    "notes": "SOFTWARE QA ONLY. Acceptance here tests export mechanics and is not substantive researcher approval.",
    "approved": true,
    "started_at": "2026-09-22T06:32:29.020Z",
    "approved_at": "2026-09-22T06:32:29.183Z"
  },
  "preparation_review": {
    "baseline": "SOFTWARE QA ONLY: check the preparation/review/export loop. This is not an independent researcher assessment.",
    "prepared": true,
    "revisedEvidence": null,
    "revision": 0
  },
  "qualifications": "Eligible N/weighted N=2700/2700; valid n/weighted n/ESS=2610/2609.19/2057.46; DK=67, refusal=23, structural omissions=0. Full five-category distribution appears in analysis_claims.ordinal_distributions. This is a general attitude, not a tested PantryWorks concept, uptake forecast or evidence that one side exceeds the other. Routing, full satisfaction distribution and eligible/valid weighted and unweighted bases with ESS are retained in analysis_claims.tool_routing_and_satisfaction. Satisfaction and sharing percentages apply only to answering current users, not all households. Follow-ups are unasked for 1595 known nonusers and 65 unknown screeners; the latter's DK/refusal split is unavailable. Current users are selected, and satisfaction does not establish tool effectiveness. Older paid-user satisfaction is suppressed: eligible N/weighted N=20/20.36; valid n/weighted n/ESS=18/18.27/17.73; DK=2, refusal=0.",
  "chart_table": "tables.att_digital_help_5",
  "original_beat": {
    "order": 3,
    "finding_refs": [
      "F6",
      "F7"
    ],
    "headline_intent": "Keep support optional and leave delivery format open",
    "analytical_relationship": "Polarised digital receptivity qualifies broad task demand, while conditional satisfaction cautions against assuming existing users need a replacement.",
    "original_order": 3,
    "original_headline_intent": "Keep support optional and leave delivery format open"
  },
  "findings": [
    {
      "model_finding_id": "F6",
      "proposition": "Keep participation optional and test delivery format: willingness to welcome digital help is polarised, with 46.82% agreeing, 47.38% disagreeing and only 5.80% neutral. Strong agreement and strong disagreement are each about 35%; a near-midpoint mean would obscure this split.",
      "evidence_refs": [
        "analysis_results.json#/tables/att_digital_help_5/values"
      ],
      "importance": "primary",
      "claim_strength": "Descriptive attitude distribution",
      "qualification": "Eligible N/weighted N=2700/2700; valid n/weighted n/ESS=2610/2609.19/2057.46; DK=67, refusal=23, structural omissions=0. Full five-category distribution appears in analysis_claims.ordinal_distributions. This is a general attitude, not a tested PantryWorks concept, uptake forecast or evidence that one side exceeds the other.",
      "topic_cluster": "delivery_format",
      "original_proposition": "Keep participation optional and test delivery format: willingness to welcome digital help is polarised, with 46.82% agreeing, 47.38% disagreeing and only 5.80% neutral. Strong agreement and strong disagreement are each about 35%; a near-midpoint mean would obscure this split.",
      "original_importance": "primary",
      "review": {
        "decision": "accept",
        "text": "Keep participation optional and test delivery format: willingness to welcome digital help is polarised, with 46.82% agreeing, 47.38% disagreeing and only 5.80% neutral. Strong agreement and strong disagreement are each about 35%; a near-midpoint mean would obscure this split.",
        "reason": "",
        "importance": "primary"
      },
      "evidence": [
        {
          "analysis_id": "analysis_results.json#/tables/att_digital_help_5/values",
          "values": {
            "n_unweighted": 2610,
            "n_weighted": 2609.193939393942,
            "n_eff": 2057.4603562770435,
            "missing_n": 90,
            "mean": 2.9957539423530313,
            "se": 0.038295106656112514,
            "distribution_pct": {
              "1": 34.49352754943476,
              "2": 12.890199457861131,
              "3": 5.797564323824611,
              "4": 12.184768545725255,
              "5": 34.63394012315425
            },
            "top2_pct": 46.8187086688795,
            "bottom2_pct": 47.38372700729589,
            "eligible_n": 2700,
            "eligible_weighted_n": 2700.0000000000027,
            "missing_counts": {
              "97": 67,
              "98": 23,
              "99": 0,
              "blank": 0
            },
            "se_method": "Approximate weighted population variance / (Kish ESS - 1); formal contrasts use declared stratified linearisation",
            "status": "reportable"
          }
        }
      ]
    },
    {
      "model_finding_id": "F7",
      "proposition": "Existing tools provide useful comparison experiences, but the study does not establish a dissatisfied replacement market. Current use is 38.90% among valid household screeners. Among valid current-user follow-ups, 83.15% are satisfied and 54.27% have used sharing.",
      "evidence_refs": [
        "analysis_results.json#/tables/current_tool_use/values",
        "analysis_results.json#/tables/tool_satisfaction_5/values",
        "analysis_results.json#/tables/shared_list_use_28d/values",
        "analysis_results.json#/tables/profile_planning_tool_28d/values/0",
        "analysis_results.json#/tables/older_paid_users/values"
      ],
      "importance": "secondary",
      "claim_strength": "Descriptive prevalence and conditional user experience",
      "qualification": "Routing, full satisfaction distribution and eligible/valid weighted and unweighted bases with ESS are retained in analysis_claims.tool_routing_and_satisfaction. Satisfaction and sharing percentages apply only to answering current users, not all households. Follow-ups are unasked for 1595 known nonusers and 65 unknown screeners; the latter's DK/refusal split is unavailable. Current users are selected, and satisfaction does not establish tool effectiveness. Older paid-user satisfaction is suppressed: eligible N/weighted N=20/20.36; valid n/weighted n/ESS=18/18.27/17.73; DK=2, refusal=0.",
      "topic_cluster": "existing_tools",
      "original_proposition": "Existing tools provide useful comparison experiences, but the study does not establish a dissatisfied replacement market. Current use is 38.90% among valid household screeners. Among valid current-user follow-ups, 83.15% are satisfied and 54.27% have used sharing.",
      "original_importance": "secondary",
      "review": {
        "decision": "accept",
        "text": "Existing tools provide useful comparison experiences, but the study does not establish a dissatisfied replacement market. Current use is 38.90% among valid household screeners. Among valid current-user follow-ups, 83.15% are satisfied and 54.27% have used sharing.",
        "reason": "",
        "importance": "secondary"
      },
      "evidence": [
        {
          "analysis_id": "analysis_results.json#/tables/current_tool_use/values",
          "values": {
            "n_unweighted": 2635,
            "n_weighted": 2636.3363636363665,
            "n_eff": 2080.0424995936914,
            "missing_n": 0,
            "mean": 0.38903046123465634,
            "se": 0.010692269568758463,
            "eligible_n": 2635,
            "eligible_weighted_n": 2636.3363636363665,
            "missing_counts": {
              "97": 0,
              "98": 0,
              "99": 0,
              "blank": 0
            },
            "se_method": "Approximate weighted population variance / (Kish ESS - 1); formal contrasts use declared stratified linearisation",
            "status": "reportable",
            "pct": 38.903046123465636
          }
        },
        {
          "analysis_id": "analysis_results.json#/tables/tool_satisfaction_5/values",
          "values": {
            "n_unweighted": 999,
            "n_weighted": 981.2818181818191,
            "n_eff": 780.9029708168897,
            "missing_n": 41,
            "mean": 4.384787368408051,
            "se": 0.032781366968640875,
            "distribution_pct": {
              "1": 0.7043971552360392,
              "2": 4.849871689163521,
              "3": 11.292588852552162,
              "4": 21.568881765655927,
              "5": 61.58426053739236
            },
            "top2_pct": 83.15314230304828,
            "bottom2_pct": 5.5542688443995605,
            "eligible_n": 1040,
            "eligible_weighted_n": 1025.6151515151525,
            "missing_counts": {
              "97": 35,
              "98": 6,
              "99": 0,
              "blank": 0
            },
            "se_method": "Approximate weighted population variance / (Kish ESS - 1); formal contrasts use declared stratified linearisation",
            "status": "reportable"
          }
        },
        {
          "analysis_id": "analysis_results.json#/tables/shared_list_use_28d/values",
          "values": {
            "n_unweighted": 996,
            "n_weighted": 980.2272727272737,
            "n_eff": 779.9066656190005,
            "missing_n": 44,
            "mean": 0.5426787232398176,
            "se": 0.017850048099980868,
            "eligible_n": 1040,
            "eligible_weighted_n": 1025.6151515151525,
            "missing_counts": {
              "97": 36,
              "98": 8,
              "99": 0,
              "blank": 0
            },
            "se_method": "Approximate weighted population variance / (Kish ESS - 1); formal contrasts use declared stratified linearisation",
            "status": "reportable"
          }
        },
        {
          "analysis_id": "analysis_results.json#/tables/profile_planning_tool_28d/values/0",
          "values": {
            "att_digital_help_5": {
              "n_unweighted": 1547,
              "n_weighted": 1561.7484848484864,
              "n_eff": 1225.8704554960375,
              "missing_n": 48,
              "mean": 2.7412942370342486,
              "se": 0.049063809098412264,
              "distribution_pct": {
                "1": 39.82657355683317,
                "2": 14.978161617611963,
                "3": 5.687292991344201,
                "4": 10.255211233718228,
                "5": 29.252760600492447
              },
              "top2_pct": 39.50797183421068,
              "bottom2_pct": 54.80473517444513,
              "eligible_n": 1595,
              "eligible_weighted_n": 1610.7212121212137,
              "missing_counts": {
                "97": 35,
                "98": 13,
                "99": 0,
                "blank": 0
              },
              "se_method": "Approximate weighted population variance / (Kish ESS - 1); formal contrasts use declared stratified linearisation",
              "status": "reportable"
            },
            "unplanned_topups_7d": {
              "n_unweighted": 1545,
              "n_weighted": 1559.042424242426,
              "n_eff": 1227.0803466383556,
              "missing_n": 50,
              "mean": 1.3649131945794228,
              "se": 0.03745050127351134,
              "eligible_n": 1595,
              "eligible_weighted_n": 1610.7212121212137,
              "missing_counts": {
                "97": 37,
                "98": 13,
                "99": 0,
                "blank": 0
              },
              "se_method": "Approximate weighted population variance / (Kish ESS - 1); formal contrasts use declared stratified linearisation",
              "status": "reportable"
            },
            "meal_plan_days_7d": {
              "n_unweighted": 1545,
              "n_weighted": 1555.7151515151531,
              "n_eff": 1228.373494611431,
              "missing_n": 50,
              "mean": 4.506517513138263,
              "se": 0.04992306246908982,
              "eligible_n": 1595,
              "eligible_weighted_n": 1610.7212121212137,
              "missing_counts": {
                "97": 34,
                "98": 16,
                "99": 0,
                "blank": 0
              },
              "se_method": "Approximate weighted population variance / (Kish ESS - 1); formal contrasts use declared stratified linearisation",
              "status": "reportable"
            }
          }
        },
        {
          "analysis_id": "analysis_results.json#/tables/older_paid_users/values",
          "values": {
            "n_unweighted": 18,
            "n_weighted": 18.27272727272735,
            "n_eff": 17.73140223831468,
            "missing_n": 2,
            "eligible_n": 20,
            "eligible_weighted_n": 20.363636363636452,
            "missing_counts": {
              "97": 2,
              "98": 0,
              "99": 0,
              "blank": 0
            },
            "se_method": "Approximate weighted population variance / (Kish ESS - 1); formal contrasts use declared stratified linearisation",
            "status": "suppressed",
            "suppression_reason": "Valid unweighted n below 40; no estimate or rank published."
          }
        }
      ]
    }
  ],
  "cited_tables": [
    {
      "analysis_id": "analysis_results.json#/tables/att_digital_help_5/values",
      "values": {
        "n_unweighted": 2610,
        "n_weighted": 2609.193939393942,
        "n_eff": 2057.4603562770435,
        "missing_n": 90,
        "mean": 2.9957539423530313,
        "se": 0.038295106656112514,
        "distribution_pct": {
          "1": 34.49352754943476,
          "2": 12.890199457861131,
          "3": 5.797564323824611,
          "4": 12.184768545725255,
          "5": 34.63394012315425
        },
        "top2_pct": 46.8187086688795,
        "bottom2_pct": 47.38372700729589,
        "eligible_n": 2700,
        "eligible_weighted_n": 2700.0000000000027,
        "missing_counts": {
          "97": 67,
          "98": 23,
          "99": 0,
          "blank": 0
        },
        "se_method": "Approximate weighted population variance / (Kish ESS - 1); formal contrasts use declared stratified linearisation",
        "status": "reportable"
      }
    },
    {
      "analysis_id": "analysis_results.json#/tables/current_tool_use/values",
      "values": {
        "n_unweighted": 2635,
        "n_weighted": 2636.3363636363665,
        "n_eff": 2080.0424995936914,
        "missing_n": 0,
        "mean": 0.38903046123465634,
        "se": 0.010692269568758463,
        "eligible_n": 2635,
        "eligible_weighted_n": 2636.3363636363665,
        "missing_counts": {
          "97": 0,
          "98": 0,
          "99": 0,
          "blank": 0
        },
        "se_method": "Approximate weighted population variance / (Kish ESS - 1); formal contrasts use declared stratified linearisation",
        "status": "reportable",
        "pct": 38.903046123465636
      }
    },
    {
      "analysis_id": "analysis_results.json#/tables/tool_satisfaction_5/values",
      "values": {
        "n_unweighted": 999,
        "n_weighted": 981.2818181818191,
        "n_eff": 780.9029708168897,
        "missing_n": 41,
        "mean": 4.384787368408051,
        "se": 0.032781366968640875,
        "distribution_pct": {
          "1": 0.7043971552360392,
          "2": 4.849871689163521,
          "3": 11.292588852552162,
          "4": 21.568881765655927,
          "5": 61.58426053739236
        },
        "top2_pct": 83.15314230304828,
        "bottom2_pct": 5.5542688443995605,
        "eligible_n": 1040,
        "eligible_weighted_n": 1025.6151515151525,
        "missing_counts": {
          "97": 35,
          "98": 6,
          "99": 0,
          "blank": 0
        },
        "se_method": "Approximate weighted population variance / (Kish ESS - 1); formal contrasts use declared stratified linearisation",
        "status": "reportable"
      }
    },
    {
      "analysis_id": "analysis_results.json#/tables/shared_list_use_28d/values",
      "values": {
        "n_unweighted": 996,
        "n_weighted": 980.2272727272737,
        "n_eff": 779.9066656190005,
        "missing_n": 44,
        "mean": 0.5426787232398176,
        "se": 0.017850048099980868,
        "eligible_n": 1040,
        "eligible_weighted_n": 1025.6151515151525,
        "missing_counts": {
          "97": 36,
          "98": 8,
          "99": 0,
          "blank": 0
        },
        "se_method": "Approximate weighted population variance / (Kish ESS - 1); formal contrasts use declared stratified linearisation",
        "status": "reportable"
      }
    },
    {
      "analysis_id": "analysis_results.json#/tables/profile_planning_tool_28d/values/0",
      "values": {
        "att_digital_help_5": {
          "n_unweighted": 1547,
          "n_weighted": 1561.7484848484864,
          "n_eff": 1225.8704554960375,
          "missing_n": 48,
          "mean": 2.7412942370342486,
          "se": 0.049063809098412264,
          "distribution_pct": {
            "1": 39.82657355683317,
            "2": 14.978161617611963,
            "3": 5.687292991344201,
            "4": 10.255211233718228,
            "5": 29.252760600492447
          },
          "top2_pct": 39.50797183421068,
          "bottom2_pct": 54.80473517444513,
          "eligible_n": 1595,
          "eligible_weighted_n": 1610.7212121212137,
          "missing_counts": {
            "97": 35,
            "98": 13,
            "99": 0,
            "blank": 0
          },
          "se_method": "Approximate weighted population variance / (Kish ESS - 1); formal contrasts use declared stratified linearisation",
          "status": "reportable"
        },
        "unplanned_topups_7d": {
          "n_unweighted": 1545,
          "n_weighted": 1559.042424242426,
          "n_eff": 1227.0803466383556,
          "missing_n": 50,
          "mean": 1.3649131945794228,
          "se": 0.03745050127351134,
          "eligible_n": 1595,
          "eligible_weighted_n": 1610.7212121212137,
          "missing_counts": {
            "97": 37,
            "98": 13,
            "99": 0,
            "blank": 0
          },
          "se_method": "Approximate weighted population variance / (Kish ESS - 1); formal contrasts use declared stratified linearisation",
          "status": "reportable"
        },
        "meal_plan_days_7d": {
          "n_unweighted": 1545,
          "n_weighted": 1555.7151515151531,
          "n_eff": 1228.373494611431,
          "missing_n": 50,
          "mean": 4.506517513138263,
          "se": 0.04992306246908982,
          "eligible_n": 1595,
          "eligible_weighted_n": 1610.7212121212137,
          "missing_counts": {
            "97": 34,
            "98": 16,
            "99": 0,
            "blank": 0
          },
          "se_method": "Approximate weighted population variance / (Kish ESS - 1); formal contrasts use declared stratified linearisation",
          "status": "reportable"
        }
      }
    },
    {
      "analysis_id": "analysis_results.json#/tables/older_paid_users/values",
      "values": {
        "n_unweighted": 18,
        "n_weighted": 18.27272727272735,
        "n_eff": 17.73140223831468,
        "missing_n": 2,
        "eligible_n": 20,
        "eligible_weighted_n": 20.363636363636452,
        "missing_counts": {
          "97": 2,
          "98": 0,
          "99": 0,
          "blank": 0
        },
        "se_method": "Approximate weighted population variance / (Kish ESS - 1); formal contrasts use declared stratified linearisation",
        "status": "suppressed",
        "suppression_reason": "Valid unweighted n below 40; no estimate or rank published."
      }
    }
  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"study_id": "SBT-004",
  "source_sha256": "6394f992f4eeddf376413b0ca394466f4a2ca9151304a015930adf658b3aa20a",
  "analysis_sha256": "fd2b43d20bb99f2c38560193c5a2b8bbc4e768c46dd9329046cd8244c9a81701",
  "approved_at": "2026-09-22T06:32:29.183Z",
  "universe": "All eligible households answering block; includes all-zero None rows",
  "review_record": {
    "findings": {
      "F1": {
        "decision": "accept",
        "text": "Prioritise a small pilot around quick meals and flexible replanning, with use-up and budget help as closely related tasks. Requests are 60.82%, 59.16% and 57.12%, respectively; sharing attracts 47.23%. These identify a task shortlist, not a statistically established winner. [software QA edit]",
        "reason": "Software QA: verify original wording survives a revision. No human assessment.",
        "importance": "primary"
      },
      "F2": {
        "decision": "accept",
        "text": "Recruit households meeting the effort criteria as a priority pilot audience: they report 2.19 versus 0.97 top-up days per week, a +1.22-day difference (95% CI 1.10 to 1.34; Holm p=3.72e-84), and 3.73 versus 4.93 planned days, a −1.20-day difference (CI −1.36 to −1.04; Holm p=3.28e-48). Both exceed the 0.5-day attention threshold.",
        "reason": "",
        "importance": "primary"
      },
      "F3": {
        "decision": "accept",
        "text": "Include budget and waste needs in the pilot rather than treating effort as the only opportunity. Budget-state households report overspending in at least one of four weeks at 72.31% versus 35.03%: +37.28 points (95% CI 32.70 to 41.86; Holm p=9.69e-57). Waste-state households report 1.87 versus 0.87 discard days per week: +1.00 day (CI 0.87 to 1.14; Holm p=1.04e-47). Both exceed their attention thresholds.",
        "reason": "",
        "importance": "primary"
      },
      "F4": {
        "decision": "accept",
        "text": "Recruit overlapping needs rather than exclusive personas. Effort, waste and budget criteria are met by 31.89%, 30.28% and 26.02% of their respective derivable bases. Among households with all flags valid, 58.89% meet at least one state, 24.44% meet at least two, and 5.93% meet all three.",
        "reason": "",
        "importance": "secondary"
      },
      "F5": {
        "decision": "accept",
        "text": "Include households with children under 16 as a practical recruitment context. They report 1.91 versus 1.17 top-up days: +0.73 day (95% CI 0.63 to 0.84; Holm p=3.91e-40), exceeding the attention threshold. Their planning difference is smaller: 4.23 versus 4.64 days, −0.40 day (CI −0.54 to −0.27; Holm p=6.64e-9), statistically detectable but below the 0.5-day point-estimate threshold.",
        "reason": "",
        "importance": "secondary"
      },
      "F6": {
        "decision": "accept",
        "text": "Keep participation optional and test delivery format: willingness to welcome digital help is polarised, with 46.82% agreeing, 47.38% disagreeing and only 5.80% neutral. Strong agreement and strong disagreement are each about 35%; a near-midpoint mean would obscure this split.",
        "reason": "",
        "importance": "primary"
      },
      "F7": {
        "decision": "accept",
        "text": "Existing tools provide useful comparison experiences, but the study does not establish a dissatisfied replacement market. Current use is 38.90% among valid household screeners. Among valid current-user follow-ups, 83.15% are satisfied and 54.27% have used sharing.",
        "reason": "",
        "importance": "secondary"
      },
      "F8": {
        "decision": "accept",
        "text": "Test flexibility, low setup effort, acceptable cost and information-sharing controls together. Reported barriers are tightly grouped: rigidity 49.56%, extra cost 49.56%, privacy 48.72% and setup/upkeep 47.90%. Before choosing a format, compare realistic delivery alternatives on task completion and burden; before commercial claims, obtain price evidence, observed uptake, repeated use and controlled outcome evidence.",
        "reason": "",
        "importance": "primary"
      }
    },
    "beats": {
      "1": {
        "include": true,
        "title": "Start with flexible meal help, incorporating use-up and budget tasks",
        "order": 1
      },
      "2": {
        "include": true,
        "title": "Recruit across overlapping needs and household contexts",
        "order": 2
      },
      "3": {
        "include": true,
        "title": "Keep support optional and leave delivery format open",
        "order": 3
      },
      "4": {
        "include": true,
        "title": "Use the pilot to resolve usability, adoption and value questions",
        "order": 4
      }
    },
    "missed": "",
    "minutes": "",
    "notes": "SOFTWARE QA ONLY. Acceptance here tests export mechanics and is not substantive researcher approval.",
    "approved": true,
    "started_at": "2026-09-22T06:32:29.020Z",
    "approved_at": "2026-09-22T06:32:29.183Z"
  },
  "preparation_review": {
    "baseline": "SOFTWARE QA ONLY: check the preparation/review/export loop. This is not an independent researcher assessment.",
    "prepared": true,
    "revisedEvidence": null,
    "revision": 0
  },
  "qualifications": "Barriers eligible N/weighted N=2700/2700; answered n/weighted n/ESS=2570/2574.37/2029.07 for every item; DK=101, refusal=29, structural omissions=0. Includes 204 None respondents. Multiple selections are permitted. Largest barrier gap is 1.66 points, below the 8-point attention threshold; no winner is established. The recommended follow-up research has not been conducted. This study contains no randomised concept exposure, price test, observed purchase, revenue or longitudinal retention evidence. All-household eligible N/weighted N=2700/2700; answered n/weighted n/ESS=2596/2595.96/2045.54 for every item. DK=80, refusal=24; 116 all-zero None respondents remain included. No structural omissions. Multiple-response respondent incidence, not shares of mentions. The three leading tasks differ by at most 3.70 percentage points, below the 8-point attention threshold; no paired superiority test is supplied. Task requests do not establish demand for a digital product.",
  "chart_table": "tables.barriers",
  "original_beat": {
    "order": 4,
    "finding_refs": [
      "F8",
      "F1"
    ],
    "headline_intent": "Use the pilot to resolve usability, adoption and value questions",
    "analytical_relationship": "Closely grouped barriers define design questions; behavioural, longitudinal and controlled evidence is needed to progress from a task shortlist to format selection and commercial claims.",
    "original_order": 4,
    "original_headline_intent": "Use the pilot to resolve usability, adoption and value questions"
  },
  "findings": [
    {
      "model_finding_id": "F8",
      "proposition": "Test flexibility, low setup effort, acceptable cost and information-sharing controls together. Reported barriers are tightly grouped: rigidity 49.56%, extra cost 49.56%, privacy 48.72% and setup/upkeep 47.90%. Before choosing a format, compare realistic delivery alternatives on task completion and burden; before commercial claims, obtain price evidence, observed uptake, repeated use and controlled outcome evidence.",
      "evidence_refs": [
        "analysis_results.json#/tables/barriers/values",
        "analysis_results.json#/tables/att_digital_help_5/values",
        "analysis_results.json#/tables/needs/values"
      ],
      "importance": "primary",
      "claim_strength": "Descriptive barriers and evidence-informed research recommendation",
      "qualification": "Barriers eligible N/weighted N=2700/2700; answered n/weighted n/ESS=2570/2574.37/2029.07 for every item; DK=101, refusal=29, structural omissions=0. Includes 204 None respondents. Multiple selections are permitted. Largest barrier gap is 1.66 points, below the 8-point attention threshold; no winner is established. The recommended follow-up research has not been conducted. This study contains no randomised concept exposure, price test, observed purchase, revenue or longitudinal retention evidence.",
      "topic_cluster": "pilot_design_and_evidence",
      "original_proposition": "Test flexibility, low setup effort, acceptable cost and information-sharing controls together. Reported barriers are tightly grouped: rigidity 49.56%, extra cost 49.56%, privacy 48.72% and setup/upkeep 47.90%. Before choosing a format, compare realistic delivery alternatives on task completion and burden; before commercial claims, obtain price evidence, observed uptake, repeated use and controlled outcome evidence.",
      "original_importance": "primary",
      "review": {
        "decision": "accept",
        "text": "Test flexibility, low setup effort, acceptable cost and information-sharing controls together. Reported barriers are tightly grouped: rigidity 49.56%, extra cost 49.56%, privacy 48.72% and setup/upkeep 47.90%. Before choosing a format, compare realistic delivery alternatives on task completion and burden; before commercial claims, obtain price evidence, observed uptake, repeated use and controlled outcome evidence.",
        "reason": "",
        "importance": "primary"
      },
      "evidence": [
        {
          "analysis_id": "analysis_results.json#/tables/barriers/values",
          "values": {
            "items": {
              "barrier_setup_time": {
                "n_unweighted": 2570,
                "n_weighted": 2574.37272727273,
                "n_eff": 2029.065430160898,
                "missing_n": 0,
                "mean": 0.4789610414069681,
                "se": 0.011092877375077324,
                "eligible_n": 2570,
                "eligible_weighted_n": 2574.37272727273,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47.89610414069681
              },
              "barrier_rigid": {
                "n_unweighted": 2570,
                "n_weighted": 2574.37272727273,
                "n_eff": 2029.065430160898,
                "missing_n": 0,
                "mean": 0.495564085631922,
                "se": 0.011102273735852049,
                "eligible_n": 2570,
                "eligible_weighted_n": 2574.37272727273,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49.5564085631922
              },
              "barrier_cost": {
                "n_unweighted": 2570,
                "n_weighted": 2574.37272727273,
                "n_eff": 2029.065430160898,
                "missing_n": 0,
                "mean": 0.495564085631922,
                "se": 0.01110227373585205,
                "eligible_n": 2570,
                "eligible_weighted_n": 2574.37272727273,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49.5564085631922
              },
              "barrier_privacy": {
                "n_unweighted": 2570,
                "n_weighted": 2574.37272727273,
                "n_eff": 2029.065430160898,
                "missing_n": 0,
                "mean": 0.48721135951917677,
                "se": 0.01109907841215539,
                "eligible_n": 2570,
                "eligible_weighted_n": 2574.37272727273,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48.721135951917674
              }
            },
            "eligible_n": 2700,
            "answered_n": 2570,
            "block_dk_n": 101,
            "block_refused_n": 29,
            "none_n": 204,
            "respondent_percent_sum": 195.7300572189989
          }
        },
        {
          "analysis_id": "analysis_results.json#/tables/att_digital_help_5/values",
          "values": {
            "n_unweighted": 2610,
            "n_weighted": 2609.193939393942,
            "n_eff": 2057.4603562770435,
            "missing_n": 90,
            "mean": 2.9957539423530313,
            "se": 0.038295106656112514,
            "distribution_pct": {
              "1": 34.49352754943476,
              "2": 12.890199457861131,
              "3": 5.797564323824611,
              "4": 12.184768545725255,
              "5": 34.63394012315425
            },
            "top2_pct": 46.8187086688795,
            "bottom2_pct": 47.38372700729589,
            "eligible_n": 2700,
            "eligible_weighted_n": 2700.0000000000027,
            "missing_counts": {
              "97": 67,
              "98": 23,
              "99": 0,
              "blank": 0
            },
            "se_method": "Approximate weighted population variance / (Kish ESS - 1); formal contrasts use declared stratified linearisation",
            "status": "reportable"
          }
        },
        {
          "analysis_id": "analysis_results.json#/tables/needs/values",
          "values": {
            "items": {
              "support_budget": {
                "n_unweighted": 2596,
                "n_weighted": 2595.9575757575785,
                "n_eff": 2045.5418721676199,
                "missing_n": 0,
                "mean": 0.571151417238457,
                "se": 0.010945349010440445,
                "eligible_n": 2596,
                "eligible_weighted_n": 2595.9575757575785,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57.115141723845696
              },
              "support_quick_meals": {
                "n_unweighted": 2596,
                "n_weighted": 2595.9575757575785,
                "n_eff": 2045.5418721676199,
                "missing_n": 0,
                "mean": 0.6081693448788675,
                "se": 0.010796014600805799,
                "eligible_n": 2596,
                "eligible_weighted_n": 2595.9575757575785,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60.816934487886755
              },
              "support_use_up": {
                "n_unweighted": 2596,
                "n_weighted": 2595.9575757575785,
                "n_eff": 2045.5418721676199,
                "missing_n": 0,
                "mean": 0.5916226393950501,
                "se": 0.010870642579011089,
                "eligible_n": 2596,
                "eligible_weighted_n": 2595.9575757575785,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59.16226393950501
              },
              "support_shared_plan": {
                "n_unweighted": 2596,
                "n_weighted": 2595.9575757575785,
                "n_eff": 2045.5418721676199,
                "missing_n": 0,
                "mean": 0.4723065932347027,
                "se": 0.01104090907659691,
                "eligible_n": 2596,
                "eligible_weighted_n": 2595.9575757575785,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47.23065932347027
              }
            },
            "eligible_n": 2700,
            "answered_n": 2596,
            "block_dk_n": 80,
            "block_refused_n": 24,
            "none_n": 116,
            "respondent_percent_sum": 224.32499947470774
          }
        }
      ]
    },
    {
      "model_finding_id": "F1",
      "proposition": "Prioritise a small pilot around quick meals and flexible replanning, with use-up and budget help as closely related tasks. Requests are 60.82%, 59.16% and 57.12%, respectively; sharing attracts 47.23%. These identify a task shortlist, not a statistically established winner. [software QA edit]",
      "evidence_refs": [
        "analysis_results.json#/tables/needs/values"
      ],
      "importance": "primary",
      "claim_strength": "Descriptive evidence supporting a pilot recommendation",
      "qualification": "All-household eligible N/weighted N=2700/2700; answered n/weighted n/ESS=2596/2595.96/2045.54 for every item. DK=80, refusal=24; 116 all-zero None respondents remain included. No structural omissions. Multiple-response respondent incidence, not shares of mentions. The three leading tasks differ by at most 3.70 percentage points, below the 8-point attention threshold; no paired superiority test is supplied. Task requests do not establish demand for a digital product.",
      "topic_cluster": "pilot_tasks",
      "original_proposition": "Prioritise a small pilot around quick meals and flexible replanning, with use-up and budget help as closely related tasks. Requests are 60.82%, 59.16% and 57.12%, respectively; sharing attracts 47.23%. These identify a task shortlist, not a statistically established winner.",
      "original_importance": "primary",
      "review": {
        "decision": "accept",
        "text": "Prioritise a small pilot around quick meals and flexible replanning, with use-up and budget help as closely related tasks. Requests are 60.82%, 59.16% and 57.12%, respectively; sharing attracts 47.23%. These identify a task shortlist, not a statistically established winner. [software QA edit]",
        "reason": "Software QA: verify original wording survives a revision. No human assessment.",
        "importance": "primary"
      },
      "evidence": [
        {
          "analysis_id": "analysis_results.json#/tables/needs/values",
          "values": {
            "items": {
              "support_budget": {
                "n_unweighted": 2596,
                "n_weighted": 2595.9575757575785,
                "n_eff": 2045.5418721676199,
                "missing_n": 0,
                "mean": 0.571151417238457,
                "se": 0.010945349010440445,
                "eligible_n": 2596,
                "eligible_weighted_n": 2595.9575757575785,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57.115141723845696
              },
              "support_quick_meals": {
                "n_unweighted": 2596,
                "n_weighted": 2595.9575757575785,
                "n_eff": 2045.5418721676199,
                "missing_n": 0,
                "mean": 0.6081693448788675,
                "se": 0.010796014600805799,
                "eligible_n": 2596,
                "eligible_weighted_n": 2595.9575757575785,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60.816934487886755
              },
              "support_use_up": {
                "n_unweighted": 2596,
                "n_weighted": 2595.9575757575785,
                "n_eff": 2045.5418721676199,
                "missing_n": 0,
                "mean": 0.5916226393950501,
                "se": 0.010870642579011089,
                "eligible_n": 2596,
                "eligible_weighted_n": 2595.9575757575785,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59.16226393950501
              },
              "support_shared_plan": {
                "n_unweighted": 2596,
                "n_weighted": 2595.9575757575785,
                "n_eff": 2045.5418721676199,
                "missing_n": 0,
                "mean": 0.4723065932347027,
                "se": 0.01104090907659691,
                "eligible_n": 2596,
                "eligible_weighted_n": 2595.9575757575785,
                "missing_counts": {
                  "97": 0,
                  "98": 0,
                  "99": 0,
                  "blank": 0
                },
                "se_method": "Approximate weighted population variance / (Kish ESS - 1); formal contrasts use declared stratified linearisation",
                "status": "reportable",
                "pct": 47.23065932347027
              }
            },
            "eligible_n": 2700,
            "answered_n": 2596,
            "block_dk_n": 80,
            "block_refused_n": 24,
            "none_n": 116,
            "respondent_percent_sum": 224.32499947470774
          }
        }
      ]
    }
  ],
  "cited_tables": [
    {
      "analysis_id": "analysis_results.json#/tables/barriers/values",
      "values": {
        "items": {
          "barrier_setup_time": {
            "n_unweighted": 2570,
            "n_weighted": 2574.37272727273,
            "n_eff": 2029.065430160898,
            "missing_n": 0,
            "mean": 0.4789610414069681,
            "se": 0.011092877375077324,
            "eligible_n": 2570,
            "eligible_weighted_n": 2574.37272727273,
            "missing_counts": {
              "97": 0,
              "98": 0,
              "99": 0,
              "blank": 0
            },
            "se_method": "Approximate weighted population variance / (Kish ESS - 1); formal contrasts use declared stratified linearisation",
            "status": "reportable",
            "pct": 47.89610414069681
          },
          "barrier_rigid": {
            "n_unweighted": 2570,
            "n_weighted": 2574.37272727273,
            "n_eff": 2029.065430160898,
            "missing_n": 0,
            "mean": 0.495564085631922,
            "se": 0.011102273735852049,
            "eligible_n": 2570,
            "eligible_weighted_n": 2574.37272727273,
            "missing_counts": {
              "97": 0,
              "98": 0,
              "99": 0,
              "blank": 0
            },
            "se_method": "Approximate weighted population variance / (Kish ESS - 1); formal contrasts use declared stratified linearisation",
            "status": "reportable",
            "pct": 49.5564085631922
          },
          "barrier_cost": {
            "n_unweighted": 2570,
            "n_weighted": 2574.37272727273,
            "n_eff": 2029.065430160898,
            "missing_n": 0,
            "mean": 0.495564085631922,
            "se": 0.01110227373585205,
            "eligible_n": 2570,
            "eligible_weighted_n": 2574.37272727273,
            "missing_counts": {
              "97": 0,
              "98": 0,
              "99": 0,
              "blank": 0
            },
            "se_method": "Approximate weighted population variance / (Kish ESS - 1); formal contrasts use declared stratified linearisation",
            "status": "reportable",
            "pct": 49.5564085631922
          },
          "barrier_privacy": {
            "n_unweighted": 2570,
            "n_weighted": 2574.37272727273,
            "n_eff": 2029.065430160898,
            "missing_n": 0,
            "mean": 0.48721135951917677,
            "se": 0.01109907841215539,
            "eligible_n": 2570,
            "eligible_weighted_n": 2574.37272727273,
            "missing_counts": {
              "97": 0,
              "98": 0,
              "99": 0,
              "blank": 0
            },
            "se_method": "Approximate weighted population variance / (Kish ESS - 1); formal contrasts use declared stratified linearisation",
            "status": "reportable",
            "pct": 48.721135951917674
          }
        },
        "eligible_n": 2700,
        "answered_n": 2570,
        "block_dk_n": 101,
        "block_refused_n": 29,
        "none_n": 204,
        "respondent_percent_sum": 195.7300572189989
      }
    },
    {
      "analysis_id": "analysis_results.json#/tables/att_digital_help_5/values",
      "values": {
        "n_unweighted": 2610,
        "n_weighted": 2609.193939393942,
        "n_eff": 2057.4603562770435,
        "missing_n": 90,
        "mean": 2.9957539423530313,
        "se": 0.038295106656112514,
        "distribution_pct": {
          "1": 34.49352754943476,
          "2": 12.890199457861131,
          "3": 5.797564323824611,
          "4": 12.184768545725255,
          "5": 34.63394012315425
        },
        "top2_pct": 46.8187086688795,
        "bottom2_pct": 47.38372700729589,
        "eligible_n": 2700,
        "eligible_weighted_n": 2700.0000000000027,
        "missing_counts": {
          "97": 67,
          "98": 23,
          "99": 0,
          "blank": 0
        },
        "se_method": "Approximate weighted population variance / (Kish ESS - 1); formal contrasts use declared stratified linearisation",
        "status": "reportable"
      }
    },
    {
      "analysis_id": "analysis_results.json#/tables/needs/values",
      "values": {
        "items": {
          "support_budget": {
            "n_unweighted": 2596,
            "n_weighted": 2595.9575757575785,
            "n_eff": 2045.5418721676199,
            "missing_n": 0,
            "mean": 0.571151417238457,
            "se": 0.010945349010440445,
            "eligible_n": 2596,
            "eligible_weighted_n": 2595.9575757575785,
            "missing_counts": {
              "97": 0,
              "98": 0,
              "99": 0,
              "blank": 0
            },
            "se_method": "Approximate weighted population variance / (Kish ESS - 1); formal contrasts use declared stratified linearisation",
            "status": "reportable",
            "pct": 57.115141723845696
          },
          "support_quick_meals": {
            "n_unweighted": 2596,
            "n_weighted": 2595.9575757575785,
            "n_eff": 2045.5418721676199,
            "missing_n": 0,
            "mean": 0.6081693448788675,
            "se": 0.010796014600805799,
            "eligible_n": 2596,
            "eligible_weighted_n": 2595.9575757575785,
            "missing_counts": {
              "97": 0,
              "98": 0,
              "99": 0,
              "blank": 0
            },
            "se_method": "Approximate weighted population variance / (Kish ESS - 1); formal contrasts use declared stratified linearisation",
            "status": "reportable",
            "pct": 60.816934487886755
          },
          "support_use_up": {
            "n_unweighted": 2596,
            "n_weighted": 2595.9575757575785,
            "n_eff": 2045.5418721676199,
            "missing_n": 0,
            "mean": 0.5916226393950501,
            "se": 0.010870642579011089,
            "eligible_n": 2596,
            "eligible_weighted_n": 2595.9575757575785,
            "missing_counts": {
              "97": 0,
              "98": 0,
              "99": 0,
              "blank": 0
            },
            "se_method": "Approximate weighted population variance / (Kish ESS - 1); formal contrasts use declared stratified linearisation",
            "status": "reportable",
            "pct": 59.16226393950501
          },
          "support_shared_plan": {
            "n_unweighted": 2596,
            "n_weighted": 2595.9575757575785,
            "n_eff": 2045.5418721676199,
            "missing_n": 0,
            "mean": 0.4723065932347027,
            "se": 0.01104090907659691,
            "eligible_n": 2596,
            "eligible_weighted_n": 2595.9575757575785,
            "missing_counts": {
              "97": 0,
              "98": 0,
              "99": 0,
              "blank": 0
            },
            "se_method": "Approximate weighted population variance / (Kish ESS - 1); formal contrasts use declared stratified linearisation",
            "status": "reportable",
            "pct": 47.23065932347027
          }
        },
        "eligible_n": 2700,
        "answered_n": 2596,
        "block_dk_n": 80,
        "block_refused_n": 24,
        "none_n": 116,
        "respondent_percent_sum": 224.32499947470774
      }
    }
  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SBT-004 · Research export prototype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flexible meal help, incorporating use-up and budget tasks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(multiple response) · percent · valid n: 2596 · wt_final; fixed synthetic target profile; valid cases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across overlapping needs and household contexts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how many of the past seven days did your household make an unplanned extra grocery shop or order because something was missing? by children_u16 · days · valid n: 1258, 1356 · wt_final; fixed synthetic target profile; valid cases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support optional and leave delivery format open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would welcome a digital tool that suggested what our household could cook and buy each week. · percent · valid n: 2610 · wt_final; fixed synthetic target profile; valid cases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pilot to resolve usability, adoption and value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Barriers (multiple response) · percent · valid n: 2570 · wt_final; fixed synthetic target profile; valid cases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2026-09-22T06:33:18Z</dcterms:created>
  <dcterms:modified xsi:type="dcterms:W3CDTF">2026-09-22T06:33:18Z</dcterms:modified>
</cp:coreProperties>
</file>