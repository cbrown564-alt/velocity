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1</c:v>
                </c:pt>
              </c:strCache>
            </c:strRef>
          </c:tx>
          <c:spPr>
            <a:solidFill>
              <a:srgbClr val="F0F3F1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dLbl>
              <c:idx val="0"/>
              <c:delete val="1"/>
            </c:dLbl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1.7771053129955576</c:v>
                </c:pt>
                <c:pt idx="1">
                  <c:v>10.384860830143369</c:v>
                </c:pt>
                <c:pt idx="2">
                  <c:v>5.867752861258137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Score 2</c:v>
                </c:pt>
              </c:strCache>
            </c:strRef>
          </c:tx>
          <c:spPr>
            <a:solidFill>
              <a:srgbClr val="DCE6E0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14.619029424118118</c:v>
                </c:pt>
                <c:pt idx="1">
                  <c:v>13.38191298992998</c:v>
                </c:pt>
                <c:pt idx="2">
                  <c:v>21.026036100258597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Score 3</c:v>
                </c:pt>
              </c:strCache>
            </c:strRef>
          </c:tx>
          <c:spPr>
            <a:solidFill>
              <a:srgbClr val="C5D8C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22.641842144773697</c:v>
                </c:pt>
                <c:pt idx="1">
                  <c:v>22.2232039235318</c:v>
                </c:pt>
                <c:pt idx="2">
                  <c:v>32.02591601621712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Score 4</c:v>
                </c:pt>
              </c:strCache>
            </c:strRef>
          </c:tx>
          <c:spPr>
            <a:solidFill>
              <a:srgbClr val="ACCAB8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34.217967905634765</c:v>
                </c:pt>
                <c:pt idx="1">
                  <c:v>22.74871400711597</c:v>
                </c:pt>
                <c:pt idx="2">
                  <c:v>28.883021502221226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Score 5</c:v>
                </c:pt>
              </c:strCache>
            </c:strRef>
          </c:tx>
          <c:spPr>
            <a:solidFill>
              <a:srgbClr val="91B9A0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26.744055212477857</c:v>
                </c:pt>
                <c:pt idx="1">
                  <c:v>31.261308249278876</c:v>
                </c:pt>
                <c:pt idx="2">
                  <c:v>12.19727352004492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430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02A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24302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1</c:v>
                </c:pt>
              </c:strCache>
            </c:strRef>
          </c:tx>
          <c:spPr>
            <a:solidFill>
              <a:srgbClr val="F0F3F1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2.7236991644391675</c:v>
                </c:pt>
                <c:pt idx="1">
                  <c:v>4.313647883184651</c:v>
                </c:pt>
                <c:pt idx="2">
                  <c:v>5.868264908049803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Score 2</c:v>
                </c:pt>
              </c:strCache>
            </c:strRef>
          </c:tx>
          <c:spPr>
            <a:solidFill>
              <a:srgbClr val="DCE6E0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14.657361108260393</c:v>
                </c:pt>
                <c:pt idx="1">
                  <c:v>7.493522835811893</c:v>
                </c:pt>
                <c:pt idx="2">
                  <c:v>19.037967208331747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Score 3</c:v>
                </c:pt>
              </c:strCache>
            </c:strRef>
          </c:tx>
          <c:spPr>
            <a:solidFill>
              <a:srgbClr val="C5D8C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22.52017939888182</c:v>
                </c:pt>
                <c:pt idx="1">
                  <c:v>16.077798006989703</c:v>
                </c:pt>
                <c:pt idx="2">
                  <c:v>31.811140978558875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Score 4</c:v>
                </c:pt>
              </c:strCache>
            </c:strRef>
          </c:tx>
          <c:spPr>
            <a:solidFill>
              <a:srgbClr val="ACCAB8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37.018553397499645</c:v>
                </c:pt>
                <c:pt idx="1">
                  <c:v>22.864851742146552</c:v>
                </c:pt>
                <c:pt idx="2">
                  <c:v>32.21907905665794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Score 5</c:v>
                </c:pt>
              </c:strCache>
            </c:strRef>
          </c:tx>
          <c:spPr>
            <a:solidFill>
              <a:srgbClr val="91B9A0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23.080206930918997</c:v>
                </c:pt>
                <c:pt idx="1">
                  <c:v>49.25017953186719</c:v>
                </c:pt>
                <c:pt idx="2">
                  <c:v>11.063547848401633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430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02A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24302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1</c:v>
                </c:pt>
              </c:strCache>
            </c:strRef>
          </c:tx>
          <c:spPr>
            <a:solidFill>
              <a:srgbClr val="F0F3F1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2.692487990905861</c:v>
                </c:pt>
                <c:pt idx="1">
                  <c:v>0.5302577247268595</c:v>
                </c:pt>
                <c:pt idx="2">
                  <c:v>8.184793165596815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Score 2</c:v>
                </c:pt>
              </c:strCache>
            </c:strRef>
          </c:tx>
          <c:spPr>
            <a:solidFill>
              <a:srgbClr val="DCE6E0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dLbl>
              <c:idx val="1"/>
              <c:delete val="1"/>
            </c:dLbl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18.350103183584327</c:v>
                </c:pt>
                <c:pt idx="1">
                  <c:v>3.8635619184005514</c:v>
                </c:pt>
                <c:pt idx="2">
                  <c:v>25.245471873864272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Score 3</c:v>
                </c:pt>
              </c:strCache>
            </c:strRef>
          </c:tx>
          <c:spPr>
            <a:solidFill>
              <a:srgbClr val="C5D8C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31.050796597953866</c:v>
                </c:pt>
                <c:pt idx="1">
                  <c:v>14.218952866640318</c:v>
                </c:pt>
                <c:pt idx="2">
                  <c:v>32.3188030635513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Score 4</c:v>
                </c:pt>
              </c:strCache>
            </c:strRef>
          </c:tx>
          <c:spPr>
            <a:solidFill>
              <a:srgbClr val="ACCAB8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31.736317323367246</c:v>
                </c:pt>
                <c:pt idx="1">
                  <c:v>33.902461135539376</c:v>
                </c:pt>
                <c:pt idx="2">
                  <c:v>26.663223620597137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Score 5</c:v>
                </c:pt>
              </c:strCache>
            </c:strRef>
          </c:tx>
          <c:spPr>
            <a:solidFill>
              <a:srgbClr val="91B9A0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16.170294904188697</c:v>
                </c:pt>
                <c:pt idx="1">
                  <c:v>47.48476635469289</c:v>
                </c:pt>
                <c:pt idx="2">
                  <c:v>7.5877082763904795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430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02A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24302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1</c:v>
                </c:pt>
              </c:strCache>
            </c:strRef>
          </c:tx>
          <c:spPr>
            <a:solidFill>
              <a:srgbClr val="F0F3F1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2.7274985420495335</c:v>
                </c:pt>
                <c:pt idx="1">
                  <c:v>0.302846770919822</c:v>
                </c:pt>
                <c:pt idx="2">
                  <c:v>6.925103135107767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Score 2</c:v>
                </c:pt>
              </c:strCache>
            </c:strRef>
          </c:tx>
          <c:spPr>
            <a:solidFill>
              <a:srgbClr val="DCE6E0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14.66414758546911</c:v>
                </c:pt>
                <c:pt idx="1">
                  <c:v>6.608578189576015</c:v>
                </c:pt>
                <c:pt idx="2">
                  <c:v>21.664103109741284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Score 3</c:v>
                </c:pt>
              </c:strCache>
            </c:strRef>
          </c:tx>
          <c:spPr>
            <a:solidFill>
              <a:srgbClr val="C5D8CC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32.518319499864035</c:v>
                </c:pt>
                <c:pt idx="1">
                  <c:v>14.268957880704338</c:v>
                </c:pt>
                <c:pt idx="2">
                  <c:v>33.67984386742166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Score 4</c:v>
                </c:pt>
              </c:strCache>
            </c:strRef>
          </c:tx>
          <c:spPr>
            <a:solidFill>
              <a:srgbClr val="ACCAB8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33.115091038424744</c:v>
                </c:pt>
                <c:pt idx="1">
                  <c:v>35.31511859228717</c:v>
                </c:pt>
                <c:pt idx="2">
                  <c:v>27.980537498472142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Score 5</c:v>
                </c:pt>
              </c:strCache>
            </c:strRef>
          </c:tx>
          <c:spPr>
            <a:solidFill>
              <a:srgbClr val="91B9A0"/>
            </a:solidFill>
            <a:ln w="12700" cap="flat">
              <a:solidFill>
                <a:srgbClr val="FFFFFF"/>
              </a:solidFill>
              <a:prstDash val="solid"/>
              <a:round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Flex</c:v>
                  </c:pt>
                  <c:pt idx="1">
                    <c:v>Plus</c:v>
                  </c:pt>
                  <c:pt idx="2">
                    <c:v>Simple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16.97494333419257</c:v>
                </c:pt>
                <c:pt idx="1">
                  <c:v>43.50449856651265</c:v>
                </c:pt>
                <c:pt idx="2">
                  <c:v>9.750412389257143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430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02A"/>
              </a:solidFill>
              <a:prstDash val="solid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24302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  "study_id": "SBT-002",
  "source_sha256": "26b1e05267701de7bcc2b3a81a71205b76492f1c6066460fa56d071e725e0525",
  "analysis_sha256": "5e5a4dabc43e7ccb82e34a2c69dd712106bf49d3b10a6d3c060ee242034b2472",
  "approved_at": "2026-09-22T03:52:10.617Z",
  "chart_table": "concept_metrics.appeal_5",
  "findings": [
    {
      "model_finding_id": "F1",
      "proposition": "Prioritise Flex for broad-audience advancement, while retaining Plus for targeted development. Flex leads Plus on appeal, 61.0% versus 54.0% top-2-box (+7.0 pp; Holm p=0.0112), but its purchase-intent lead, 53.2% versus 50.4% (+2.8 pp; p=0.311), establishes neither statistical superiority nor a commercially material difference. [QA edit]",
      "evidence_refs": [
        "concept_metrics.appeal_5",
        "concept_metrics.purchase_intent_5",
        "pairwise.appeal_5[0]",
        "pairwise.purchase_intent_5[0]"
      ],
      "importance": "primary",
      "claim_strength": "Advancement recommendation supported by primary-outcome comparisons; purchase-intent superiority is not established.",
      "qualification": "Each concept has unweighted n=700; effective n=650.1 Flex, 645.6 Plus and 645.2 Simple. Failure to detect a purchase-intent difference does not establish equivalence. Purchase intent assumes a reasonable price and is not observed purchasing.",
      "topic_cluster": "advancement",
      "original_proposition": "Prioritise Flex for broad-audience advancement, while retaining Plus for targeted development. Flex leads Plus on appeal, 61.0% versus 54.0% top-2-box (+7.0 pp; Holm p=0.0112), but its purchase-intent lead, 53.2% versus 50.4% (+2.8 pp; p=0.311), establishes neither statistical superiority nor a commercially material difference.",
      "original_importance": "primary",
      "review": {
        "decision": "accept",
        "text": "Prioritise Flex for broad-audience advancement, while retaining Plus for targeted development. Flex leads Plus on appeal, 61.0% versus 54.0% top-2-box (+7.0 pp; Holm p=0.0112), but its purchase-intent lead, 53.2% versus 50.4% (+2.8 pp; p=0.311), establishes neither statistical superiority nor a commercially material difference. [QA edit]",
        "reason": "QA: verify revision provenance",
        "importance": "primary"
      },
      "evidence": [
        {
          "analysis_id": "concept_metrics.appeal_5",
          "values": {
            "Flex": {
              "n_unweighted": 700,
              "n_weighted": 703.5199197275177,
              "n_eff": 650.1311942553228,
              "top2_pct": 60.962023118112626,
              "bottom2_pct": 16.396134737113677,
              "mean": 3.6953283828048122,
              "distribution_pct": {
                "1": 1.7771053129955576,
                "2": 14.619029424118118,
                "3": 22.641842144773697,
                "4": 34.217967905634765,
                "5": 26.744055212477857
              },
              "se_prop": 0.01913254901499244
            },
            "Plus": {
              "n_unweighted": 700,
              "n_weighted": 696.3246181502483,
              "n_eff": 645.6286517358104,
              "top2_pct": 54.010022256394855,
              "bottom2_pct": 23.766773820073347,
              "mean": 3.5111969585545704,
              "distribution_pct": {
                "1": 10.384860830143369,
                "2": 13.38191298992998,
                "3": 22.2232039235318,
                "4": 22.74871400711597,
                "5": 31.261308249278876
              },
              "se_prop": 0.019614506247408223
            },
            "Simple": {
              "n_unweighted": 700,
              "n_weighted": 700.1554621222338,
              "n_eff": 645.2324662559616,
              "top2_pct": 41.08029502226614,
              "bottom2_pct": 26.893788961516734,
              "mean": 3.2051602671953616,
              "distribution_pct": {
                "1": 5.867752861258137,
                "2": 21.026036100258597,
                "3": 32.02591601621712,
                "4": 28.883021502221226,
                "5": 12.19727352004492
              },
              "se_prop": 0.019368186254775325
            }
          }
        },
        {
          "analysis_id": "concept_metrics.purchase_intent_5",
          "values": {
            "Flex": {
              "n_unweighted": 700,
              "n_weighted": 703.5199197275177,
              "n_eff": 650.1311942553228,
              "top2_pct": 53.22171821084123,
              "bottom2_pct": 20.05891581164963,
              "mean": 3.5243998819665423,
              "distribution_pct": {
                "1": 3.841861358247791,
                "2": 16.21705445340184,
                "3": 26.719365977509142,
                "4": 30.102671055130795,
                "5": 23.119047155710433
              },
              "se_prop": 0.01956888477953904
            },
            "Plus": {
              "n_unweighted": 700,
              "n_weighted": 696.3246181502483,
              "n_eff": 645.6286517358104,
              "top2_pct": 50.409178937330665,
              "bottom2_pct": 25.16002865082647,
              "mean": 3.4170827875183982,
              "distribution_pct": {
                "1": 9.348676913657114,
                "2": 15.811351737169353,
                "3": 24.43079241184285,
                "4": 24.601373558337883,
                "5": 25.80780537899279
              },
              "se_prop": 0.019677234607299712
            },
            "Simple": {
              "n_unweighted": 700,
              "n_weighted": 700.1554621222338,
              "n_eff": 645.2324662559616,
              "top2_pct": 40.41103212338352,
              "bottom2_pct": 26.544922700307225,
              "mean": 3.187667038578744,
              "distribution_pct": {
                "1": 8.791503306420687,
                "2": 17.75341939388654,
                "3": 33.044045176309254,
                "4": 26.718934382164704,
                "5": 13.692097741218813
              },
              "se_prop": 0.019318562046630374
            }
          }
        },
        {
          "analysis_id": "pairwise.appeal_5[0]",
          "values": {
            "a": "Flex",
            "b": "Plus",
            "top2_diff_pp": 6.952000861717771,
            "p_raw": 0.011174716775613068,
            "commercially_material": true,
            "p_holm": 0.011174716775613068,
            "significant_holm": true
          }
        },
        {
          "analysis_id": "pairwise.purchase_intent_5[0]",
          "values": {
            "a": "Flex",
            "b": "Plus",
            "top2_diff_pp": 2.8125392735105663,
            "p_raw": 0.31083090551926984,
            "commercially_material": false,
            "p_holm": 0.31083090551926984,
            "significant_holm": false
          }
        }
      ]
    },
    {
      "model_finding_id": "F7",
      "proposition": "Deprioritise Simple in its current form. Appeal is 41.1%, below Flex by 19.9 pp and Plus by 12.9 pp; purchase intent is 40.4%, below Flex by 12.8 pp and Plus by 10.0 pp. All four gaps are commercially material and Holm-significant. Simple's strong understanding score, 92.9%, and credibility, 57.3%, have not translated into competitive primary outcomes.",
      "evidence_refs": [
        "concept_metrics.appeal_5",
        "concept_metrics.purchase_intent_5",
        "pairwise.appeal_5[1]",
        "pairwise.appeal_5[2]",
        "pairwise.purchase_intent_5[1]",
        "pairwise.purchase_intent_5[2]",
        "concept_metrics.understanding_5",
        "concept_metrics.credibility_5",
        "pairwise.understanding_5[1]",
        "pairwise.credibility_5[1]"
      ],
      "importance": "primary",
      "claim_strength": "Deprioritisation recommendation supported by both primary outcomes.",
      "qualification": "Full assigned-cell bases, n=700 each. Appeal Holm p-values are 8.45e-13 versus Flex and 5.45e-6 versus Plus; purchase-intent p-values are 9.54e-6 and 0.000576. Flex's understanding advantage over Simple is significant but immaterial (+2.8 pp; p=0.0297); its credibility advantage is neither significant nor above the materiality threshold (+4.95 pp; p=0.0690). Results concern the tested proposition, not every possible familiar, convenient meal-kit offer.",
      "topic_cluster": "advancement",
      "original_proposition": "Deprioritise Simple in its current form. Appeal is 41.1%, below Flex by 19.9 pp and Plus by 12.9 pp; purchase intent is 40.4%, below Flex by 12.8 pp and Plus by 10.0 pp. All four gaps are commercially material and Holm-significant. Simple's strong understanding score, 92.9%, and credibility, 57.3%, have not translated into competitive primary outcomes.",
      "original_importance": "primary",
      "review": {
        "decision": "accept",
        "text": "Deprioritise Simple in its current form. Appeal is 41.1%, below Flex by 19.9 pp and Plus by 12.9 pp; purchase intent is 40.4%, below Flex by 12.8 pp and Plus by 10.0 pp. All four gaps are commercially material and Holm-significant. Simple's strong understanding score, 92.9%, and credibility, 57.3%, have not translated into competitive primary outcomes.",
        "reason": "",
        "importance": "primary"
      },
      "evidence": [
        {
          "analysis_id": "concept_metrics.appeal_5",
          "values": {
            "Flex": {
              "n_unweighted": 700,
              "n_weighted": 703.5199197275177,
              "n_eff": 650.1311942553228,
              "top2_pct": 60.962023118112626,
              "bottom2_pct": 16.396134737113677,
              "mean": 3.6953283828048122,
              "distribution_pct": {
                "1": 1.7771053129955576,
                "2": 14.619029424118118,
                "3": 22.641842144773697,
                "4": 34.217967905634765,
                "5": 26.744055212477857
              },
              "se_prop": 0.01913254901499244
            },
            "Plus": {
              "n_unweighted": 700,
              "n_weighted": 696.3246181502483,
              "n_eff": 645.6286517358104,
              "top2_pct": 54.010022256394855,
              "bottom2_pct": 23.766773820073347,
              "mean": 3.5111969585545704,
              "distribution_pct": {
                "1": 10.384860830143369,
                "2": 13.38191298992998,
                "3": 22.2232039235318,
                "4": 22.74871400711597,
                "5": 31.261308249278876
              },
              "se_prop": 0.019614506247408223
            },
            "Simple": {
              "n_unweighted": 700,
              "n_weighted": 700.1554621222338,
              "n_eff": 645.2324662559616,
              "top2_pct": 41.08029502226614,
              "bottom2_pct": 26.893788961516734,
              "mean": 3.2051602671953616,
              "distribution_pct": {
                "1": 5.867752861258137,
                "2": 21.026036100258597,
                "3": 32.02591601621712,
                "4": 28.883021502221226,
                "5": 12.19727352004492
              },
              "se_prop": 0.019368186254775325
            }
          }
        },
        {
          "analysis_id": "concept_metrics.purchase_intent_5",
          "values": {
            "Flex": {
              "n_unweighted": 700,
              "n_weighted": 703.5199197275177,
              "n_eff": 650.1311942553228,
              "top2_pct": 53.22171821084123,
              "bottom2_pct": 20.05891581164963,
              "mean": 3.5243998819665423,
              "distribution_pct": {
                "1": 3.841861358247791,
                "2": 16.21705445340184,
                "3": 26.719365977509142,
                "4": 30.102671055130795,
                "5": 23.119047155710433
              },
              "se_prop": 0.01956888477953904
            },
            "Plus": {
              "n_unweighted": 700,
              "n_weighted": 696.3246181502483,
              "n_eff": 645.6286517358104,
              "top2_pct": 50.409178937330665,
              "bottom2_pct": 25.16002865082647,
              "mean": 3.4170827875183982,
              "distribution_pct": {
                "1": 9.348676913657114,
                "2": 15.811351737169353,
                "3": 24.43079241184285,
                "4": 24.601373558337883,
                "5": 25.80780537899279
              },
              "se_prop": 0.019677234607299712
            },
            "Simple": {
              "n_unweighted": 700,
              "n_weighted": 700.1554621222338,
              "n_eff": 645.2324662559616,
              "top2_pct": 40.41103212338352,
              "bottom2_pct": 26.544922700307225,
              "mean": 3.187667038578744,
              "distribution_pct": {
                "1": 8.791503306420687,
                "2": 17.75341939388654,
                "3": 33.044045176309254,
                "4": 26.718934382164704,
                "5": 13.692097741218813
              },
              "se_prop": 0.019318562046630374
            }
          }
        },
        {
          "analysis_id": "pairwise.appeal_5[1]",
          "values": {
            "a": "Flex",
            "b": "Simple",
            "top2_diff_pp": 19.881728095846483,
            "p_raw": 2.817496563263793e-13,
            "commercially_material": true,
            "p_holm": 8.452489689791379e-13,
            "significant_holm": true
          }
        },
        {
          "analysis_id": "pairwise.appeal_5[2]",
          "values": {
            "a": "Plus",
            "b": "Simple",
            "top2_diff_pp": 12.929727234128713,
            "p_raw": 0.0000027247034841884897,
            "commercially_material": true,
            "p_holm": 0.000005449406968376979,
            "significant_holm": true
          }
        },
        {
          "analysis_id": "pairwise.purchase_intent_5[1]",
          "values": {
            "a": "Flex",
            "b": "Simple",
            "top2_diff_pp": 12.81068608745771,
            "p_raw": 0.0000031814267965096304,
            "commercially_material": true,
            "p_holm": 0.000009544280389528892,
            "significant_holm": true
          }
        },
        {
          "analysis_id": "pairwise.purchase_intent_5[2]",
          "values": {
            "a": "Plus",
            "b": "Simple",
            "top2_diff_pp": 9.998146813947145,
            "p_raw": 0.0002881194802604998,
            "commercially_material": true,
            "p_holm": 0.0005762389605209996,
            "significant_holm": true
          }
        },
        {
          "analysis_id": "concept_metrics.understanding_5",
          "values": {
            "Flex": {
              "n_unweighted": 700,
              "n_weighted": 703.5199197275177,
              "n_eff": 650.1311942553228,
              "top2_pct": 95.71413335688095,
              "bottom2_pct": 0.8961070585019543,
              "mean": 4.698230823299236,
              "distribution_pct": {
                "1": 0,
                "2": 0.8961070585019543,
                "3": 3.3897595846170723,
                "4": 20.709077325336413,
                "5": 75.00505603154454
              },
              "se_prop": 0.007943407821633894
            },
            "Plus": {
              "n_unweighted": 700,
              "n_weighted": 696.3246181502483,
              "n_eff": 645.6286517358104,
              "top2_pct": 32.25154712799974,
              "bottom2_pct": 32.14804639678322,
              "mean": 3.005658280777437,
              "distribution_pct": {
                "1": 7.915187053308508,
                "2": 24.23285934347471,
                "3": 35.60040647521703,
                "4": 23.874032728164043,
                "5": 8.377514399835704
              },
              "se_prop": 0.01839643074152779
            },
            "Simple": {
              "n_unweighted": 700,
              "n_weighted": 700.1554621222338,
              "n_eff": 645.2324662559616,
              "top2_pct": 92.9214877475791,
              "bottom2_pct": 0.24526597710145237,
              "mean": 4.4630082899023575,
              "distribution_pct": {
                "1": 0,
                "2": 0.24526597710145237,
                "3": 6.8332462753194525,
                "4": 39.29688052782099,
                "5": 53.62460721975812
              },
              "se_prop": 0.010096502694101627
            }
          }
        },
        {
          "analysis_id": "concept_metrics.credibility_5",
          "values": {
            "Flex": {
              "n_unweighted": 700,
              "n_weighted": 703.5199197275177,
              "n_eff": 650.1311942553228,
              "top2_pct": 62.25443031710264,
              "bottom2_pct": 12.655593104071608,
              "mean": 3.703018145683219,
              "distribution_pct": {
                "1": 2.1471444540524836,
                "2": 10.508448650019124,
                "3": 25.089976578825755,
                "4": 39.404308507759225,
                "5": 22.850121809343413
              },
              "se_prop": 0.019011554179767198
            },
            "Plus": {
              "n_unweighted": 700,
              "n_weighted": 696.3246181502483,
              "n_eff": 645.6286517358104,
              "top2_pct": 42.150617781685455,
              "bottom2_pct": 27.975261573752263,
              "mean": 3.2429584603246404,
              "distribution_pct": {
                "1": 7.873585010237187,
                "2": 20.101676563515074,
                "3": 29.874120644562286,
                "4": 24.15654294691742,
                "5": 17.994074834768035
              },
              "se_prop": 0.019433898815289792
            },
            "Simple": {
              "n_unweighted": 700,
              "n_weighted": 700.1554621222338,
              "n_eff": 645.2324662559616,
              "top2_pct": 57.30603692895217,
              "bottom2_pct": 13.62111572267182,
              "mean": 3.617511062334217,
              "distribution_pct": {
                "1": 2.4566705646508153,
                "2": 11.164445158021005,
                "3": 29.07284734837601,
                "4": 36.78318133716003,
                "5": 20.522855591792137
              },
              "se_prop": 0.01947266160848975
            }
          }
        },
        {
          "analysis_id": "pairwise.understanding_5[1]",
          "values": {
            "a": "Flex",
            "b": "Simple",
            "top2_diff_pp": 2.792645609301843,
            "p_raw": 0.029718106159841242,
            "commercially_material": false,
            "p_holm": 0.029718106159841242,
            "significant_holm": true
          }
        },
        {
          "analysis_id": "pairwise.credibility_5[1]",
          "values": {
            "a": "Flex",
            "b": "Simple",
            "top2_diff_pp": 4.948393388150471,
            "p_raw": 0.0690183797436817,
            "commercially_material": false,
            "p_holm": 0.0690183797436817,
            "significant_holm": false
          }
        }
      ]
    }
  ],
  "cited_tables": [
    {
      "analysis_id": "concept_metrics.appeal_5",
      "values": {
        "Flex": {
          "n_unweighted": 700,
          "n_weighted": 703.5199197275177,
          "n_eff": 650.1311942553228,
          "top2_pct": 60.962023118112626,
          "bottom2_pct": 16.396134737113677,
          "mean": 3.6953283828048122,
          "distribution_pct": {
            "1": 1.7771053129955576,
            "2": 14.619029424118118,
            "3": 22.641842144773697,
            "4": 34.217967905634765,
            "5": 26.744055212477857
          },
          "se_prop": 0.01913254901499244
        },
        "Plus": {
          "n_unweighted": 700,
          "n_weighted": 696.3246181502483,
          "n_eff": 645.6286517358104,
          "top2_pct": 54.010022256394855,
          "bottom2_pct": 23.766773820073347,
          "mean": 3.5111969585545704,
          "distribution_pct": {
            "1": 10.384860830143369,
            "2": 13.38191298992998,
            "3": 22.2232039235318,
            "4": 22.74871400711597,
            "5": 31.261308249278876
          },
          "se_prop": 0.019614506247408223
        },
        "Simple": {
          "n_unweighted": 700,
          "n_weighted": 700.1554621222338,
          "n_eff": 645.2324662559616,
          "top2_pct": 41.08029502226614,
          "bottom2_pct": 26.893788961516734,
          "mean": 3.2051602671953616,
          "distribution_pct": {
            "1": 5.867752861258137,
            "2": 21.026036100258597,
            "3": 32.02591601621712,
            "4": 28.883021502221226,
            "5": 12.19727352004492
          },
          "se_prop": 0.019368186254775325
        }
      }
    },
    {
      "analysis_id": "concept_metrics.purchase_intent_5",
      "values": {
        "Flex": {
          "n_unweighted": 700,
          "n_weighted": 703.5199197275177,
          "n_eff": 650.1311942553228,
          "top2_pct": 53.22171821084123,
          "bottom2_pct": 20.05891581164963,
          "mean": 3.5243998819665423,
          "distribution_pct": {
            "1": 3.841861358247791,
            "2": 16.21705445340184,
            "3": 26.719365977509142,
            "4": 30.102671055130795,
            "5": 23.119047155710433
          },
          "se_prop": 0.01956888477953904
        },
        "Plus": {
          "n_unweighted": 700,
          "n_weighted": 696.3246181502483,
          "n_eff": 645.6286517358104,
          "top2_pct": 50.409178937330665,
          "bottom2_pct": 25.16002865082647,
          "mean": 3.4170827875183982,
          "distribution_pct": {
            "1": 9.348676913657114,
            "2": 15.811351737169353,
            "3": 24.43079241184285,
            "4": 24.601373558337883,
            "5": 25.80780537899279
          },
          "se_prop": 0.019677234607299712
        },
        "Simple": {
          "n_unweighted": 700,
          "n_weighted": 700.1554621222338,
          "n_eff": 645.2324662559616,
          "top2_pct": 40.41103212338352,
          "bottom2_pct": 26.544922700307225,
          "mean": 3.187667038578744,
          "distribution_pct": {
            "1": 8.791503306420687,
            "2": 17.75341939388654,
            "3": 33.044045176309254,
            "4": 26.718934382164704,
            "5": 13.692097741218813
          },
          "se_prop": 0.019318562046630374
        }
      }
    },
    {
      "analysis_id": "pairwise.appeal_5[0]",
      "values": {
        "a": "Flex",
        "b": "Plus",
        "top2_diff_pp": 6.952000861717771,
        "p_raw": 0.011174716775613068,
        "commercially_material": true,
        "p_holm": 0.011174716775613068,
        "significant_holm": true
      }
    },
    {
      "analysis_id": "pairwise.purchase_intent_5[0]",
      "values": {
        "a": "Flex",
        "b": "Plus",
        "top2_diff_pp": 2.8125392735105663,
        "p_raw": 0.31083090551926984,
        "commercially_material": false,
        "p_holm": 0.31083090551926984,
        "significant_holm": false
      }
    },
    {
      "analysis_id": "pairwise.appeal_5[1]",
      "values": {
        "a": "Flex",
        "b": "Simple",
        "top2_diff_pp": 19.881728095846483,
        "p_raw": 2.817496563263793e-13,
        "commercially_material": true,
        "p_holm": 8.452489689791379e-13,
        "significant_holm": true
      }
    },
    {
      "analysis_id": "pairwise.appeal_5[2]",
      "values": {
        "a": "Plus",
        "b": "Simple",
        "top2_diff_pp": 12.929727234128713,
        "p_raw": 0.0000027247034841884897,
        "commercially_material": true,
        "p_holm": 0.000005449406968376979,
        "significant_holm": true
      }
    },
    {
      "analysis_id": "pairwise.purchase_intent_5[1]",
      "values": {
        "a": "Flex",
        "b": "Simple",
        "top2_diff_pp": 12.81068608745771,
        "p_raw": 0.0000031814267965096304,
        "commercially_material": true,
        "p_holm": 0.000009544280389528892,
        "significant_holm": true
      }
    },
    {
      "analysis_id": "pairwise.purchase_intent_5[2]",
      "values": {
        "a": "Plus",
        "b": "Simple",
        "top2_diff_pp": 9.998146813947145,
        "p_raw": 0.0002881194802604998,
        "commercially_material": true,
        "p_holm": 0.0005762389605209996,
        "significant_holm": true
      }
    },
    {
      "analysis_id": "concept_metrics.understanding_5",
      "values": {
        "Flex": {
          "n_unweighted": 700,
          "n_weighted": 703.5199197275177,
          "n_eff": 650.1311942553228,
          "top2_pct": 95.71413335688095,
          "bottom2_pct": 0.8961070585019543,
          "mean": 4.698230823299236,
          "distribution_pct": {
            "1": 0,
            "2": 0.8961070585019543,
            "3": 3.3897595846170723,
            "4": 20.709077325336413,
            "5": 75.00505603154454
          },
          "se_prop": 0.007943407821633894
        },
        "Plus": {
          "n_unweighted": 700,
          "n_weighted": 696.3246181502483,
          "n_eff": 645.6286517358104,
          "top2_pct": 32.25154712799974,
          "bottom2_pct": 32.14804639678322,
          "mean": 3.005658280777437,
          "distribution_pct": {
            "1": 7.915187053308508,
            "2": 24.23285934347471,
            "3": 35.60040647521703,
            "4": 23.874032728164043,
            "5": 8.377514399835704
          },
          "se_prop": 0.01839643074152779
        },
        "Simple": {
          "n_unweighted": 700,
          "n_weighted": 700.1554621222338,
          "n_eff": 645.2324662559616,
          "top2_pct": 92.9214877475791,
          "bottom2_pct": 0.24526597710145237,
          "mean": 4.4630082899023575,
          "distribution_pct": {
            "1": 0,
            "2": 0.24526597710145237,
            "3": 6.8332462753194525,
            "4": 39.29688052782099,
            "5": 53.62460721975812
          },
          "se_prop": 0.010096502694101627
        }
      }
    },
    {
      "analysis_id": "concept_metrics.credibility_5",
      "values": {
        "Flex": {
          "n_unweighted": 700,
          "n_weighted": 703.5199197275177,
          "n_eff": 650.1311942553228,
          "top2_pct": 62.25443031710264,
          "bottom2_pct": 12.655593104071608,
          "mean": 3.703018145683219,
          "distribution_pct": {
            "1": 2.1471444540524836,
            "2": 10.508448650019124,
            "3": 25.089976578825755,
            "4": 39.404308507759225,
            "5": 22.850121809343413
          },
          "se_prop": 0.019011554179767198
        },
        "Plus": {
          "n_unweighted": 700,
          "n_weighted": 696.3246181502483,
          "n_eff": 645.6286517358104,
          "top2_pct": 42.150617781685455,
          "bottom2_pct": 27.975261573752263,
          "mean": 3.2429584603246404,
          "distribution_pct": {
            "1": 7.873585010237187,
            "2": 20.101676563515074,
            "3": 29.874120644562286,
            "4": 24.15654294691742,
            "5": 17.994074834768035
          },
          "se_prop": 0.019433898815289792
        },
        "Simple": {
          "n_unweighted": 700,
          "n_weighted": 700.1554621222338,
          "n_eff": 645.2324662559616,
          "top2_pct": 57.30603692895217,
          "bottom2_pct": 13.62111572267182,
          "mean": 3.617511062334217,
          "distribution_pct": {
            "1": 2.4566705646508153,
            "2": 11.164445158021005,
            "3": 29.07284734837601,
            "4": 36.78318133716003,
            "5": 20.522855591792137
          },
          "se_prop": 0.01947266160848975
        }
      }
    },
    {
      "analysis_id": "pairwise.understanding_5[1]",
      "values": {
        "a": "Flex",
        "b": "Simple",
        "top2_diff_pp": 2.792645609301843,
        "p_raw": 0.029718106159841242,
        "commercially_material": false,
        "p_holm": 0.029718106159841242,
        "significant_holm": true
      }
    },
    {
      "analysis_id": "pairwise.credibility_5[1]",
      "values": {
        "a": "Flex",
        "b": "Simple",
        "top2_diff_pp": 4.948393388150471,
        "p_raw": 0.0690183797436817,
        "commercially_material": false,
        "p_holm": 0.0690183797436817,
        "significant_holm": false
      }
    }
  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  "study_id": "SBT-002",
  "source_sha256": "26b1e05267701de7bcc2b3a81a71205b76492f1c6066460fa56d071e725e0525",
  "analysis_sha256": "5e5a4dabc43e7ccb82e34a2c69dd712106bf49d3b10a6d3c060ee242034b2472",
  "approved_at": "2026-09-22T03:52:10.617Z",
  "chart_table": "strategic_subgroup.food_explorer.appeal_5",
  "findings": [
    {
      "model_finding_id": "F2",
      "proposition": "Develop Plus specifically for food explorers. Among explorers, Plus exceeds Flex numerically on appeal, 72.1% versus 60.1% (+12.0 pp), and purchase intent, 63.9% versus 52.4% (+11.5 pp). Among non-explorers, the direction reverses: appeal is 48.4% versus 61.2%, and purchase intent 46.2% versus 53.5%. The pre-specified interactions support this audience distinction: +24.8 pp for appeal (Holm p=0.0000137) and +18.8 pp for purchase intent (p=0.000968).",
      "evidence_refs": [
        "strategic_subgroup.food_explorer.appeal_5",
        "strategic_subgroup.food_explorer.purchase_intent_5",
        "strategic_subgroup.non_explorer.appeal_5",
        "strategic_subgroup.non_explorer.purchase_intent_5",
        "interactions.appeal_5",
        "interactions.purchase_intent_5"
      ],
      "importance": "primary",
      "claim_strength": "Confirmatory evidence of heterogeneity; targeted advancement is a research recommendation.",
      "qualification": "Explorers were defined before exposure by mean food-orientation agreement &gt;=4.0. Explorer bases: Flex n=236, effective n=225.4; Plus n=234, effective n=223.5. Non-explorer bases: Flex n=464, effective n=446.3; Plus n=466, effective n=449.1. Interaction tests establish differences between audience contrasts, not separately adjusted within-audience pairwise superiority. The definition includes willingness to pay more for distinctive food; actual payment was not tested.",
      "topic_cluster": "audience",
      "original_proposition": "Develop Plus specifically for food explorers. Among explorers, Plus exceeds Flex numerically on appeal, 72.1% versus 60.1% (+12.0 pp), and purchase intent, 63.9% versus 52.4% (+11.5 pp). Among non-explorers, the direction reverses: appeal is 48.4% versus 61.2%, and purchase intent 46.2% versus 53.5%. The pre-specified interactions support this audience distinction: +24.8 pp for appeal (Holm p=0.0000137) and +18.8 pp for purchase intent (p=0.000968).",
      "original_importance": "primary",
      "review": {
        "decision": "accept",
        "text": "Develop Plus specifically for food explorers. Among explorers, Plus exceeds Flex numerically on appeal, 72.1% versus 60.1% (+12.0 pp), and purchase intent, 63.9% versus 52.4% (+11.5 pp). Among non-explorers, the direction reverses: appeal is 48.4% versus 61.2%, and purchase intent 46.2% versus 53.5%. The pre-specified interactions support this audience distinction: +24.8 pp for appeal (Holm p=0.0000137) and +18.8 pp for purchase intent (p=0.000968).",
        "reason": "",
        "importance": "primary"
      },
      "evidence": [
        {
          "analysis_id": "strategic_subgroup.food_explorer.appeal_5",
          "values": {
            "Flex": {
              "n_unweighted": 236,
              "n_weighted": 175.56652294523346,
              "n_eff": 225.3837809024291,
              "top2_pct": 60.09876032841864,
              "bottom2_pct": 17.38106027269956,
              "mean": 3.630742078221989,
              "distribution_pct": {
                "1": 2.7236991644391675,
                "2": 14.657361108260393,
                "3": 22.52017939888182,
                "4": 37.018553397499645,
                "5": 23.080206930918997
              },
              "se_prop": 0.03261854773985886
            },
            "Plus": {
              "n_unweighted": 234,
              "n_weighted": 164.36682528340367,
              "n_eff": 223.5095115640907,
              "top2_pct": 72.11503127401375,
              "bottom2_pct": 11.807170718996545,
              "mean": 4.052443922036997,
              "distribution_pct": {
                "1": 4.313647883184651,
                "2": 7.493522835811893,
                "3": 16.077798006989703,
                "4": 22.864851742146552,
                "5": 49.25017953186719
              },
              "se_prop": 0.02999507652192719
            },
            "Simple": {
              "n_unweighted": 227,
              "n_weighted": 160.58001468156903,
              "n_eff": 217.52648985626453,
              "top2_pct": 43.28262690505957,
              "bottom2_pct": 24.90623211638155,
              "mean": 3.2357167772902984,
              "distribution_pct": {
                "1": 5.868264908049803,
                "2": 19.037967208331747,
                "3": 31.811140978558875,
                "4": 32.21907905665794,
                "5": 11.063547848401633
              },
              "se_prop": 0.03359377302492638
            }
          }
        },
        {
          "analysis_id": "strategic_subgroup.food_explorer.purchase_intent_5",
          "values": {
            "Flex": {
              "n_unweighted": 236,
              "n_weighted": 175.56652294523346,
              "n_eff": 225.3837809024291,
              "top2_pct": 52.39817787458324,
              "bottom2_pct": 20.037415453822188,
              "mean": 3.521809324441998,
              "distribution_pct": {
                "1": 5.288296429459636,
                "2": 14.749119024362553,
                "3": 27.56440667159458,
                "4": 27.289711421684842,
                "5": 25.108466452898398
              },
              "se_prop": 0.03326661031987491
            },
            "Plus": {
              "n_unweighted": 234,
              "n_weighted": 164.36682528340367,
              "n_eff": 223.5095115640907,
              "top2_pct": 63.9400282855355,
              "bottom2_pct": 17.01369310029614,
              "mean": 3.857314789093936,
              "distribution_pct": {
                "1": 2.603245055684895,
                "2": 14.410448044611247,
                "3": 19.04627861416834,
                "4": 22.53163950569643,
                "5": 41.40838877983908
              },
              "se_prop": 0.032118192605934265
            },
            "Simple": {
              "n_unweighted": 227,
              "n_weighted": 160.58001468156903,
              "n_eff": 217.52648985626453,
              "top2_pct": 43.43589902237468,
              "bottom2_pct": 27.304031208357806,
              "mean": 3.2698889333286054,
              "distribution_pct": {
                "1": 4.683134677238394,
                "2": 22.620896531119413,
                "3": 29.260069769267513,
                "4": 27.895738826292646,
                "5": 15.54016019608203
              },
              "se_prop": 0.03360769877187114
            }
          }
        },
        {
          "analysis_id": "strategic_subgroup.non_explorer.appeal_5",
          "values": {
            "Flex": {
              "n_unweighted": 464,
              "n_weighted": 527.9533967822842,
              "n_eff": 446.3095740995275,
              "top2_pct": 61.24909399841815,
              "bottom2_pct": 16.068605919803886,
              "mean": 3.7168060226771895,
              "distribution_pct": {
                "1": 1.4623233793018446,
                "2": 14.606282540502043,
                "3": 22.682300081777974,
                "4": 33.28665643001158,
                "5": 27.96243756840656
              },
              "se_prop": 0.023060709410359866
            },
            "Plus": {
              "n_unweighted": 466,
              "n_weighted": 531.9577928668446,
              "n_eff": 449.08228908052143,
              "top2_pct": 48.41585126415166,
              "bottom2_pct": 27.46210833670782,
              "mean": 3.3439599215662668,
              "distribution_pct": {
                "1": 12.260772812432704,
                "2": 15.201335524275116,
                "3": 24.122040399140513,
                "4": 22.712829222536154,
                "5": 25.703022041615508
              },
              "se_prop": 0.023582451843097228
            },
            "Simple": {
              "n_unweighted": 473,
              "n_weighted": 539.5754474406648,
              "n_eff": 454.04902324210184,
              "top2_pct": 40.4248714151504,
              "bottom2_pct": 27.485294577434065,
              "mean": 3.1960665160565056,
              "distribution_pct": {
                "1": 5.8676004738918985,
                "2": 21.617694103542167,
                "3": 32.08983400741553,
                "4": 27.89019617332426,
                "5": 12.534675241826138
              },
              "se_prop": 0.023030610203899016
            }
          }
        },
        {
          "analysis_id": "strategic_subgroup.non_explorer.purchase_intent_5",
          "values": {
            "Flex": {
              "n_unweighted": 464,
              "n_weighted": 527.9533967822842,
              "n_eff": 446.3095740995275,
              "top2_pct": 53.495579718737886,
              "bottom2_pct": 20.06606557730859,
              "mean": 3.525261350383728,
              "distribution_pct": {
                "1": 3.3608613728960046,
                "2": 16.705204204412585,
                "3": 26.438354703953518,
                "4": 31.038097448898384,
                "5": 22.457482269839502
              },
              "se_prop": 0.023609563886286152
            },
            "Plus": {
              "n_unweighted": 466,
              "n_weighted": 531.9577928668446,
              "n_eff": 449.08228908052143,
              "top2_pct": 46.22835335196485,
              "bottom2_pct": 27.677121792592246,
              "mean": 3.2810578294156763,
              "distribution_pct": {
                "1": 11.432912231811292,
                "2": 16.244209560780956,
                "3": 26.094524855442916,
                "4": 25.24088973795852,
                "5": 20.98746361400633
              },
              "se_prop": 0.02352707388171478
            },
            "Simple": {
              "n_unweighted": 473,
              "n_weighted": 539.5754474406648,
              "n_eff": 454.04902324210184,
              "top2_pct": 39.51081849551416,
              "bottom2_pct": 26.319008685972705,
              "mean": 3.163197442846201,
              "distribution_pct": {
                "1": 10.014171791283383,
                "2": 16.304836894689323,
                "3": 34.17017281851313,
                "4": 26.368712229152116,
                "5": 13.142106266362044
              },
              "se_prop": 0.022942751140917494
            }
          }
        },
        {
          "analysis_id": "interactions.appeal_5",
          "values": {
            "contrast": "(Plus-Flex explorers) - (Plus-Flex non-explorers)",
            "diff_pp": 24.849513679861587,
            "se_pp": 5.524131267135838,
            "p_raw": 0.000006848068539827387,
            "p_holm": 0.000013696137079654774,
            "significant_holm": true
          }
        },
        {
          "analysis_id": "interactions.purchase_intent_5",
          "values": {
            "contrast": "(Plus-Flex explorers) - (Plus-Flex non-explorers)",
            "diff_pp": 18.809076777725295,
            "se_pp": 5.7001582177888634,
            "p_raw": 0.0009677222048503331,
            "p_holm": 0.0009677222048503331,
            "significant_holm": true
          }
        }
      ]
    }
  ],
  "cited_tables": [
    {
      "analysis_id": "strategic_subgroup.food_explorer.appeal_5",
      "values": {
        "Flex": {
          "n_unweighted": 236,
          "n_weighted": 175.56652294523346,
          "n_eff": 225.3837809024291,
          "top2_pct": 60.09876032841864,
          "bottom2_pct": 17.38106027269956,
          "mean": 3.630742078221989,
          "distribution_pct": {
            "1": 2.7236991644391675,
            "2": 14.657361108260393,
            "3": 22.52017939888182,
            "4": 37.018553397499645,
            "5": 23.080206930918997
          },
          "se_prop": 0.03261854773985886
        },
        "Plus": {
          "n_unweighted": 234,
          "n_weighted": 164.36682528340367,
          "n_eff": 223.5095115640907,
          "top2_pct": 72.11503127401375,
          "bottom2_pct": 11.807170718996545,
          "mean": 4.052443922036997,
          "distribution_pct": {
            "1": 4.313647883184651,
            "2": 7.493522835811893,
            "3": 16.077798006989703,
            "4": 22.864851742146552,
            "5": 49.25017953186719
          },
          "se_prop": 0.02999507652192719
        },
        "Simple": {
          "n_unweighted": 227,
          "n_weighted": 160.58001468156903,
          "n_eff": 217.52648985626453,
          "top2_pct": 43.28262690505957,
          "bottom2_pct": 24.90623211638155,
          "mean": 3.2357167772902984,
          "distribution_pct": {
            "1": 5.868264908049803,
            "2": 19.037967208331747,
            "3": 31.811140978558875,
            "4": 32.21907905665794,
            "5": 11.063547848401633
          },
          "se_prop": 0.03359377302492638
        }
      }
    },
    {
      "analysis_id": "strategic_subgroup.food_explorer.purchase_intent_5",
      "values": {
        "Flex": {
          "n_unweighted": 236,
          "n_weighted": 175.56652294523346,
          "n_eff": 225.3837809024291,
          "top2_pct": 52.39817787458324,
          "bottom2_pct": 20.037415453822188,
          "mean": 3.521809324441998,
          "distribution_pct": {
            "1": 5.288296429459636,
            "2": 14.749119024362553,
            "3": 27.56440667159458,
            "4": 27.289711421684842,
            "5": 25.108466452898398
          },
          "se_prop": 0.03326661031987491
        },
        "Plus": {
          "n_unweighted": 234,
          "n_weighted": 164.36682528340367,
          "n_eff": 223.5095115640907,
          "top2_pct": 63.9400282855355,
          "bottom2_pct": 17.01369310029614,
          "mean": 3.857314789093936,
          "distribution_pct": {
            "1": 2.603245055684895,
            "2": 14.410448044611247,
            "3": 19.04627861416834,
            "4": 22.53163950569643,
            "5": 41.40838877983908
          },
          "se_prop": 0.032118192605934265
        },
        "Simple": {
          "n_unweighted": 227,
          "n_weighted": 160.58001468156903,
          "n_eff": 217.52648985626453,
          "top2_pct": 43.43589902237468,
          "bottom2_pct": 27.304031208357806,
          "mean": 3.2698889333286054,
          "distribution_pct": {
            "1": 4.683134677238394,
            "2": 22.620896531119413,
            "3": 29.260069769267513,
            "4": 27.895738826292646,
            "5": 15.54016019608203
          },
          "se_prop": 0.03360769877187114
        }
      }
    },
    {
      "analysis_id": "strategic_subgroup.non_explorer.appeal_5",
      "values": {
        "Flex": {
          "n_unweighted": 464,
          "n_weighted": 527.9533967822842,
          "n_eff": 446.3095740995275,
          "top2_pct": 61.24909399841815,
          "bottom2_pct": 16.068605919803886,
          "mean": 3.7168060226771895,
          "distribution_pct": {
            "1": 1.4623233793018446,
            "2": 14.606282540502043,
            "3": 22.682300081777974,
            "4": 33.28665643001158,
            "5": 27.96243756840656
          },
          "se_prop": 0.023060709410359866
        },
        "Plus": {
          "n_unweighted": 466,
          "n_weighted": 531.9577928668446,
          "n_eff": 449.08228908052143,
          "top2_pct": 48.41585126415166,
          "bottom2_pct": 27.46210833670782,
          "mean": 3.3439599215662668,
          "distribution_pct": {
            "1": 12.260772812432704,
            "2": 15.201335524275116,
            "3": 24.122040399140513,
            "4": 22.712829222536154,
            "5": 25.703022041615508
          },
          "se_prop": 0.023582451843097228
        },
        "Simple": {
          "n_unweighted": 473,
          "n_weighted": 539.5754474406648,
          "n_eff": 454.04902324210184,
          "top2_pct": 40.4248714151504,
          "bottom2_pct": 27.485294577434065,
          "mean": 3.1960665160565056,
          "distribution_pct": {
            "1": 5.8676004738918985,
            "2": 21.617694103542167,
            "3": 32.08983400741553,
            "4": 27.89019617332426,
            "5": 12.534675241826138
          },
          "se_prop": 0.023030610203899016
        }
      }
    },
    {
      "analysis_id": "strategic_subgroup.non_explorer.purchase_intent_5",
      "values": {
        "Flex": {
          "n_unweighted": 464,
          "n_weighted": 527.9533967822842,
          "n_eff": 446.3095740995275,
          "top2_pct": 53.495579718737886,
          "bottom2_pct": 20.06606557730859,
          "mean": 3.525261350383728,
          "distribution_pct": {
            "1": 3.3608613728960046,
            "2": 16.705204204412585,
            "3": 26.438354703953518,
            "4": 31.038097448898384,
            "5": 22.457482269839502
          },
          "se_prop": 0.023609563886286152
        },
        "Plus": {
          "n_unweighted": 466,
          "n_weighted": 531.9577928668446,
          "n_eff": 449.08228908052143,
          "top2_pct": 46.22835335196485,
          "bottom2_pct": 27.677121792592246,
          "mean": 3.2810578294156763,
          "distribution_pct": {
            "1": 11.432912231811292,
            "2": 16.244209560780956,
            "3": 26.094524855442916,
            "4": 25.24088973795852,
            "5": 20.98746361400633
          },
          "se_prop": 0.02352707388171478
        },
        "Simple": {
          "n_unweighted": 473,
          "n_weighted": 539.5754474406648,
          "n_eff": 454.04902324210184,
          "top2_pct": 39.51081849551416,
          "bottom2_pct": 26.319008685972705,
          "mean": 3.163197442846201,
          "distribution_pct": {
            "1": 10.014171791283383,
            "2": 16.304836894689323,
            "3": 34.17017281851313,
            "4": 26.368712229152116,
            "5": 13.142106266362044
          },
          "se_prop": 0.022942751140917494
        }
      }
    },
    {
      "analysis_id": "interactions.appeal_5",
      "values": {
        "contrast": "(Plus-Flex explorers) - (Plus-Flex non-explorers)",
        "diff_pp": 24.849513679861587,
        "se_pp": 5.524131267135838,
        "p_raw": 0.000006848068539827387,
        "p_holm": 0.000013696137079654774,
        "significant_holm": true
      }
    },
    {
      "analysis_id": "interactions.purchase_intent_5",
      "values": {
        "contrast": "(Plus-Flex explorers) - (Plus-Flex non-explorers)",
        "diff_pp": 18.809076777725295,
        "se_pp": 5.7001582177888634,
        "p_raw": 0.0009677222048503331,
        "p_holm": 0.0009677222048503331,
        "significant_holm": true
      }
    }
  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  "study_id": "SBT-002",
  "source_sha256": "26b1e05267701de7bcc2b3a81a71205b76492f1c6066460fa56d071e725e0525",
  "analysis_sha256": "5e5a4dabc43e7ccb82e34a2c69dd712106bf49d3b10a6d3c060ee242034b2472",
  "approved_at": "2026-09-22T03:52:10.617Z",
  "chart_table": "concept_metrics.uniqueness_5",
  "findings": [
    {
      "model_finding_id": "F3",
      "proposition": "Preserve Plus's distinctiveness during development: uniqueness reaches 81.4% top-2-box, versus 47.9% for Flex and 34.3% for Simple. Plus's advantages are +33.5 pp over Flex (Holm p=5.20e-41) and +47.1 pp over Simple (p=2.65e-84), both commercially material.",
      "evidence_refs": [
        "concept_metrics.uniqueness_5",
        "pairwise.uniqueness_5[0]",
        "pairwise.uniqueness_5[2]"
      ],
      "importance": "secondary",
      "claim_strength": "Statistically supported, commercially material diagnostic advantage.",
      "qualification": "Full assigned-cell bases, n=700 each. Uniqueness does not establish demand superiority or prove that distinctiveness causes appeal. The result supports retaining the proposition's differentiation, without identifying which individual feature produces it.",
      "topic_cluster": "differentiation",
      "original_proposition": "Preserve Plus's distinctiveness during development: uniqueness reaches 81.4% top-2-box, versus 47.9% for Flex and 34.3% for Simple. Plus's advantages are +33.5 pp over Flex (Holm p=5.20e-41) and +47.1 pp over Simple (p=2.65e-84), both commercially material.",
      "original_importance": "secondary",
      "review": {
        "decision": "accept",
        "text": "Preserve Plus's distinctiveness during development: uniqueness reaches 81.4% top-2-box, versus 47.9% for Flex and 34.3% for Simple. Plus's advantages are +33.5 pp over Flex (Holm p=5.20e-41) and +47.1 pp over Simple (p=2.65e-84), both commercially material.",
        "reason": "",
        "importance": "secondary"
      },
      "evidence": [
        {
          "analysis_id": "concept_metrics.uniqueness_5",
          "values": {
            "Flex": {
              "n_unweighted": 700,
              "n_weighted": 703.5199197275177,
              "n_eff": 650.1311942553228,
              "top2_pct": 47.90661222755594,
              "bottom2_pct": 21.042591174490187,
              "mean": 3.4034182796634855,
              "distribution_pct": {
                "1": 2.692487990905861,
                "2": 18.350103183584327,
                "3": 31.050796597953866,
                "4": 31.736317323367246,
                "5": 16.170294904188697
              },
              "se_prop": 0.019592440145263575
            },
            "Plus": {
              "n_unweighted": 700,
              "n_weighted": 696.3246181502483,
              "n_eff": 645.6286517358104,
              "top2_pct": 81.38722749023226,
              "bottom2_pct": 4.393819643127411,
              "mean": 4.239479164770708,
              "distribution_pct": {
                "1": 0.5302577247268595,
                "2": 3.8635619184005514,
                "3": 14.218952866640318,
                "4": 33.902461135539376,
                "5": 47.48476635469289
              },
              "se_prop": 0.015317654310445778
            },
            "Simple": {
              "n_unweighted": 700,
              "n_weighted": 700.1554621222338,
              "n_eff": 645.2324662559616,
              "top2_pct": 34.250931896987616,
              "bottom2_pct": 33.43026503946109,
              "mean": 3.002235819683202,
              "distribution_pct": {
                "1": 8.184793165596815,
                "2": 25.245471873864272,
                "3": 32.3188030635513,
                "4": 26.663223620597137,
                "5": 7.5877082763904795
              },
              "se_prop": 0.01868197949700786
            }
          }
        },
        {
          "analysis_id": "pairwise.uniqueness_5[0]",
          "values": {
            "a": "Flex",
            "b": "Plus",
            "top2_diff_pp": -33.480615262676324,
            "p_raw": 2.599819554816315e-41,
            "commercially_material": true,
            "p_holm": 5.19963910963263e-41,
            "significant_holm": true
          }
        },
        {
          "analysis_id": "pairwise.uniqueness_5[2]",
          "values": {
            "a": "Plus",
            "b": "Simple",
            "top2_diff_pp": 47.13629559324465,
            "p_raw": 8.846856488062433e-85,
            "commercially_material": true,
            "p_holm": 2.6540569464187297e-84,
            "significant_holm": true
          }
        }
      ]
    },
    {
      "model_finding_id": "F4",
      "proposition": "Make comprehension and delivery credibility priorities before broader advancement of Plus. Only 32.3% rate Plus easy to understand, versus 95.7% for Flex; 32.1% rate Plus difficult and 35.6% choose the midpoint. Plus also trails Flex on relevance, 49.4% versus 63.7%, and credibility, 42.2% versus 62.3%. Flex's corresponding advantages are +63.5, +14.3 and +20.1 pp, all commercially material and Holm-significant.",
      "evidence_refs": [
        "concept_metrics.understanding_5",
        "concept_metrics.relevance_5",
        "concept_metrics.credibility_5",
        "pairwise.understanding_5[0]",
        "pairwise.relevance_5[0]",
        "pairwise.credibility_5[0]"
      ],
      "importance": "primary",
      "claim_strength": "Strong comparative diagnostic evidence; improvement priorities are inferred.",
      "qualification": "Full assigned-cell bases, n=700 each. Holm p-values are 1.17e-219 for understanding, 3.23e-7 for relevance and 4.25e-13 for credibility. These measures do not prove that clearer communication would increase purchase intent; revise and retest rather than assume recovery.",
      "topic_cluster": "development_priorities",
      "original_proposition": "Make comprehension and delivery credibility priorities before broader advancement of Plus. Only 32.3% rate Plus easy to understand, versus 95.7% for Flex; 32.1% rate Plus difficult and 35.6% choose the midpoint. Plus also trails Flex on relevance, 49.4% versus 63.7%, and credibility, 42.2% versus 62.3%. Flex's corresponding advantages are +63.5, +14.3 and +20.1 pp, all commercially material and Holm-significant.",
      "original_importance": "primary",
      "review": {
        "decision": "accept",
        "text": "Make comprehension and delivery credibility priorities before broader advancement of Plus. Only 32.3% rate Plus easy to understand, versus 95.7% for Flex; 32.1% rate Plus difficult and 35.6% choose the midpoint. Plus also trails Flex on relevance, 49.4% versus 63.7%, and credibility, 42.2% versus 62.3%. Flex's corresponding advantages are +63.5, +14.3 and +20.1 pp, all commercially material and Holm-significant.",
        "reason": "",
        "importance": "primary"
      },
      "evidence": [
        {
          "analysis_id": "concept_metrics.understanding_5",
          "values": {
            "Flex": {
              "n_unweighted": 700,
              "n_weighted": 703.5199197275177,
              "n_eff": 650.1311942553228,
              "top2_pct": 95.71413335688095,
              "bottom2_pct": 0.8961070585019543,
              "mean": 4.698230823299236,
              "distribution_pct": {
                "1": 0,
                "2": 0.8961070585019543,
                "3": 3.3897595846170723,
                "4": 20.709077325336413,
                "5": 75.00505603154454
              },
              "se_prop": 0.007943407821633894
            },
            "Plus": {
              "n_unweighted": 700,
              "n_weighted": 696.3246181502483,
              "n_eff": 645.6286517358104,
              "top2_pct": 32.25154712799974,
              "bottom2_pct": 32.14804639678322,
              "mean": 3.005658280777437,
              "distribution_pct": {
                "1": 7.915187053308508,
                "2": 24.23285934347471,
                "3": 35.60040647521703,
                "4": 23.874032728164043,
                "5": 8.377514399835704
              },
              "se_prop": 0.01839643074152779
            },
            "Simple": {
              "n_unweighted": 700,
              "n_weighted": 700.1554621222338,
              "n_eff": 645.2324662559616,
              "top2_pct": 92.9214877475791,
              "bottom2_pct": 0.24526597710145237,
              "mean": 4.4630082899023575,
              "distribution_pct": {
                "1": 0,
                "2": 0.24526597710145237,
                "3": 6.8332462753194525,
                "4": 39.29688052782099,
                "5": 53.62460721975812
              },
              "se_prop": 0.010096502694101627
            }
          }
        },
        {
          "analysis_id": "concept_metrics.relevance_5",
          "values": {
            "Flex": {
              "n_unweighted": 700,
              "n_weighted": 703.5199197275177,
              "n_eff": 650.1311942553228,
              "top2_pct": 63.70097705030937,
              "bottom2_pct": 13.47711847113907,
              "mean": 3.7535570725991683,
              "distribution_pct": {
                "1": 2.680575161210942,
                "2": 10.796543309928127,
                "3": 22.821904478551552,
                "4": 35.88855320835186,
                "5": 27.812423841957518
              },
              "se_prop": 0.018859058696658666
            },
            "Plus": {
              "n_unweighted": 700,
              "n_weighted": 696.3246181502483,
              "n_eff": 645.6286517358104,
              "top2_pct": 49.422681409165776,
              "bottom2_pct": 24.843873888859775,
              "mean": 3.392095725669929,
              "distribution_pct": {
                "1": 8.111861041745614,
                "2": 16.73201284711416,
                "3": 25.733444701974445,
                "4": 26.680055320733278,
                "5": 22.7426260884325
              },
              "se_prop": 0.019676581782717955
            },
            "Simple": {
              "n_unweighted": 700,
              "n_weighted": 700.1554621222338,
              "n_eff": 645.2324662559616,
              "top2_pct": 40.931721585967786,
              "bottom2_pct": 29.28997461042903,
              "mean": 3.1848920544567796,
              "distribution_pct": {
                "1": 5.662218919708906,
                "2": 23.627755690720125,
                "3": 29.77830380360317,
                "4": 28.422044196119668,
                "5": 12.50967738984812
              },
              "se_prop": 0.01935749057437035
            }
          }
        },
        {
          "analysis_id": "concept_metrics.credibility_5",
          "values": {
            "Flex": {
              "n_unweighted": 700,
              "n_weighted": 703.5199197275177,
              "n_eff": 650.1311942553228,
              "top2_pct": 62.25443031710264,
              "bottom2_pct": 12.655593104071608,
              "mean": 3.703018145683219,
              "distribution_pct": {
                "1": 2.1471444540524836,
                "2": 10.508448650019124,
                "3": 25.089976578825755,
                "4": 39.404308507759225,
                "5": 22.850121809343413
              },
              "se_prop": 0.019011554179767198
            },
            "Plus": {
              "n_unweighted": 700,
              "n_weighted": 696.3246181502483,
              "n_eff": 645.6286517358104,
              "top2_pct": 42.150617781685455,
              "bottom2_pct": 27.975261573752263,
              "mean": 3.2429584603246404,
              "distribution_pct": {
                "1": 7.873585010237187,
                "2": 20.101676563515074,
                "3": 29.874120644562286,
                "4": 24.15654294691742,
                "5": 17.994074834768035
              },
              "se_prop": 0.019433898815289792
            },
            "Simple": {
              "n_unweighted": 700,
              "n_weighted": 700.1554621222338,
              "n_eff": 645.2324662559616,
              "top2_pct": 57.30603692895217,
              "bottom2_pct": 13.62111572267182,
              "mean": 3.617511062334217,
              "distribution_pct": {
                "1": 2.4566705646508153,
                "2": 11.164445158021005,
                "3": 29.07284734837601,
                "4": 36.78318133716003,
                "5": 20.522855591792137
              },
              "se_prop": 0.01947266160848975
            }
          }
        },
        {
          "analysis_id": "pairwise.understanding_5[0]",
          "values": {
            "a": "Flex",
            "b": "Plus",
            "top2_diff_pp": 63.46258622888121,
            "p_raw": 3.907346080525216e-220,
            "commercially_material": true,
            "p_holm": 1.1722038241575648e-219,
            "significant_holm": true
          }
        },
        {
          "analysis_id": "pairwise.relevance_5[0]",
          "values": {
            "a": "Flex",
            "b": "Plus",
            "top2_diff_pp": 14.278295641143593,
            "p_raw": 1.6163190120164248e-7,
            "commercially_material": true,
            "p_holm": 3.2326380240328496e-7,
            "significant_holm": true
          }
        },
        {
          "analysis_id": "pairwise.credibility_5[0]",
          "values": {
            "a": "Flex",
            "b": "Plus",
            "top2_diff_pp": 20.103812535417184,
            "p_raw": 1.4169742700211484e-13,
            "commercially_material": true,
            "p_holm": 4.250922810063445e-13,
            "significant_holm": true
          }
        }
      ]
    }
  ],
  "cited_tables": [
    {
      "analysis_id": "concept_metrics.uniqueness_5",
      "values": {
        "Flex": {
          "n_unweighted": 700,
          "n_weighted": 703.5199197275177,
          "n_eff": 650.1311942553228,
          "top2_pct": 47.90661222755594,
          "bottom2_pct": 21.042591174490187,
          "mean": 3.4034182796634855,
          "distribution_pct": {
            "1": 2.692487990905861,
            "2": 18.350103183584327,
            "3": 31.050796597953866,
            "4": 31.736317323367246,
            "5": 16.170294904188697
          },
          "se_prop": 0.019592440145263575
        },
        "Plus": {
          "n_unweighted": 700,
          "n_weighted": 696.3246181502483,
          "n_eff": 645.6286517358104,
          "top2_pct": 81.38722749023226,
          "bottom2_pct": 4.393819643127411,
          "mean": 4.239479164770708,
          "distribution_pct": {
            "1": 0.5302577247268595,
            "2": 3.8635619184005514,
            "3": 14.218952866640318,
            "4": 33.902461135539376,
            "5": 47.48476635469289
          },
          "se_prop": 0.015317654310445778
        },
        "Simple": {
          "n_unweighted": 700,
          "n_weighted": 700.1554621222338,
          "n_eff": 645.2324662559616,
          "top2_pct": 34.250931896987616,
          "bottom2_pct": 33.43026503946109,
          "mean": 3.002235819683202,
          "distribution_pct": {
            "1": 8.184793165596815,
            "2": 25.245471873864272,
            "3": 32.3188030635513,
            "4": 26.663223620597137,
            "5": 7.5877082763904795
          },
          "se_prop": 0.01868197949700786
        }
      }
    },
    {
      "analysis_id": "pairwise.uniqueness_5[0]",
      "values": {
        "a": "Flex",
        "b": "Plus",
        "top2_diff_pp": -33.480615262676324,
        "p_raw": 2.599819554816315e-41,
        "commercially_material": true,
        "p_holm": 5.19963910963263e-41,
        "significant_holm": true
      }
    },
    {
      "analysis_id": "pairwise.uniqueness_5[2]",
      "values": {
        "a": "Plus",
        "b": "Simple",
        "top2_diff_pp": 47.13629559324465,
        "p_raw": 8.846856488062433e-85,
        "commercially_material": true,
        "p_holm": 2.6540569464187297e-84,
        "significant_holm": true
      }
    },
    {
      "analysis_id": "concept_metrics.understanding_5",
      "values": {
        "Flex": {
          "n_unweighted": 700,
          "n_weighted": 703.5199197275177,
          "n_eff": 650.1311942553228,
          "top2_pct": 95.71413335688095,
          "bottom2_pct": 0.8961070585019543,
          "mean": 4.698230823299236,
          "distribution_pct": {
            "1": 0,
            "2": 0.8961070585019543,
            "3": 3.3897595846170723,
            "4": 20.709077325336413,
            "5": 75.00505603154454
          },
          "se_prop": 0.007943407821633894
        },
        "Plus": {
          "n_unweighted": 700,
          "n_weighted": 696.3246181502483,
          "n_eff": 645.6286517358104,
          "top2_pct": 32.25154712799974,
          "bottom2_pct": 32.14804639678322,
          "mean": 3.005658280777437,
          "distribution_pct": {
            "1": 7.915187053308508,
            "2": 24.23285934347471,
            "3": 35.60040647521703,
            "4": 23.874032728164043,
            "5": 8.377514399835704
          },
          "se_prop": 0.01839643074152779
        },
        "Simple": {
          "n_unweighted": 700,
          "n_weighted": 700.1554621222338,
          "n_eff": 645.2324662559616,
          "top2_pct": 92.9214877475791,
          "bottom2_pct": 0.24526597710145237,
          "mean": 4.4630082899023575,
          "distribution_pct": {
            "1": 0,
            "2": 0.24526597710145237,
            "3": 6.8332462753194525,
            "4": 39.29688052782099,
            "5": 53.62460721975812
          },
          "se_prop": 0.010096502694101627
        }
      }
    },
    {
      "analysis_id": "concept_metrics.relevance_5",
      "values": {
        "Flex": {
          "n_unweighted": 700,
          "n_weighted": 703.5199197275177,
          "n_eff": 650.1311942553228,
          "top2_pct": 63.70097705030937,
          "bottom2_pct": 13.47711847113907,
          "mean": 3.7535570725991683,
          "distribution_pct": {
            "1": 2.680575161210942,
            "2": 10.796543309928127,
            "3": 22.821904478551552,
            "4": 35.88855320835186,
            "5": 27.812423841957518
          },
          "se_prop": 0.018859058696658666
        },
        "Plus": {
          "n_unweighted": 700,
          "n_weighted": 696.3246181502483,
          "n_eff": 645.6286517358104,
          "top2_pct": 49.422681409165776,
          "bottom2_pct": 24.843873888859775,
          "mean": 3.392095725669929,
          "distribution_pct": {
            "1": 8.111861041745614,
            "2": 16.73201284711416,
            "3": 25.733444701974445,
            "4": 26.680055320733278,
            "5": 22.7426260884325
          },
          "se_prop": 0.019676581782717955
        },
        "Simple": {
          "n_unweighted": 700,
          "n_weighted": 700.1554621222338,
          "n_eff": 645.2324662559616,
          "top2_pct": 40.931721585967786,
          "bottom2_pct": 29.28997461042903,
          "mean": 3.1848920544567796,
          "distribution_pct": {
            "1": 5.662218919708906,
            "2": 23.627755690720125,
            "3": 29.77830380360317,
            "4": 28.422044196119668,
            "5": 12.50967738984812
          },
          "se_prop": 0.01935749057437035
        }
      }
    },
    {
      "analysis_id": "concept_metrics.credibility_5",
      "values": {
        "Flex": {
          "n_unweighted": 700,
          "n_weighted": 703.5199197275177,
          "n_eff": 650.1311942553228,
          "top2_pct": 62.25443031710264,
          "bottom2_pct": 12.655593104071608,
          "mean": 3.703018145683219,
          "distribution_pct": {
            "1": 2.1471444540524836,
            "2": 10.508448650019124,
            "3": 25.089976578825755,
            "4": 39.404308507759225,
            "5": 22.850121809343413
          },
          "se_prop": 0.019011554179767198
        },
        "Plus": {
          "n_unweighted": 700,
          "n_weighted": 696.3246181502483,
          "n_eff": 645.6286517358104,
          "top2_pct": 42.150617781685455,
          "bottom2_pct": 27.975261573752263,
          "mean": 3.2429584603246404,
          "distribution_pct": {
            "1": 7.873585010237187,
            "2": 20.101676563515074,
            "3": 29.874120644562286,
            "4": 24.15654294691742,
            "5": 17.994074834768035
          },
          "se_prop": 0.019433898815289792
        },
        "Simple": {
          "n_unweighted": 700,
          "n_weighted": 700.1554621222338,
          "n_eff": 645.2324662559616,
          "top2_pct": 57.30603692895217,
          "bottom2_pct": 13.62111572267182,
          "mean": 3.617511062334217,
          "distribution_pct": {
            "1": 2.4566705646508153,
            "2": 11.164445158021005,
            "3": 29.07284734837601,
            "4": 36.78318133716003,
            "5": 20.522855591792137
          },
          "se_prop": 0.01947266160848975
        }
      }
    },
    {
      "analysis_id": "pairwise.understanding_5[0]",
      "values": {
        "a": "Flex",
        "b": "Plus",
        "top2_diff_pp": 63.46258622888121,
        "p_raw": 3.907346080525216e-220,
        "commercially_material": true,
        "p_holm": 1.1722038241575648e-219,
        "significant_holm": true
      }
    },
    {
      "analysis_id": "pairwise.relevance_5[0]",
      "values": {
        "a": "Flex",
        "b": "Plus",
        "top2_diff_pp": 14.278295641143593,
        "p_raw": 1.6163190120164248e-7,
        "commercially_material": true,
        "p_holm": 3.2326380240328496e-7,
        "significant_holm": true
      }
    },
    {
      "analysis_id": "pairwise.credibility_5[0]",
      "values": {
        "a": "Flex",
        "b": "Plus",
        "top2_diff_pp": 20.103812535417184,
        "p_raw": 1.4169742700211484e-13,
        "commercially_material": true,
        "p_holm": 4.250922810063445e-13,
        "significant_holm": true
      }
    }
  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  "study_id": "SBT-002",
  "source_sha256": "26b1e05267701de7bcc2b3a81a71205b76492f1c6066460fa56d071e725e0525",
  "analysis_sha256": "5e5a4dabc43e7ccb82e34a2c69dd712106bf49d3b10a6d3c060ee242034b2472",
  "approved_at": "2026-09-22T03:52:10.617Z",
  "chart_table": "concept_metrics.premium_value_5",
  "findings": [
    {
      "model_finding_id": "F5",
      "proposition": "Treat Plus's premium-conviction result as conditional evidence, not a whole-audience victory. Among respondents eligible for the routed question, 78.8% rate Plus's premium proposition convincing, versus 50.1% for Flex and 37.7% for Simple. However, only 69.0% of Plus respondents reached this question, compared with 99.1% for Flex and 99.7% for Simple.",
      "evidence_refs": [
        "concept_metrics.premium_value_5",
        "routing.premium_value_5",
        "pairwise.premium_value_5[0]",
        "pairwise.premium_value_5[2]"
      ],
      "importance": "primary",
      "claim_strength": "Conditional descriptive advantage with supplied significant tests; unconditional superiority is not supported.",
      "qualification": "Universe is understanding_5 &gt;=3, including midpoint respondents, not only those rating the concept easy. Valid unweighted bases/effective bases: Plus 483/444.4, Flex 694/644.6, Simple 698/643.4. Routing percentages are unweighted. Conditional Plus advantages are +28.7 pp over Flex (Holm p=5.08e-25) and +41.1 pp over Simple (p=5.14e-51), but conditioning on a post-exposure response selects different populations. Excluded respondents cannot be classified as rejecting the premium proposition.",
      "topic_cluster": "premium_evidence",
      "original_proposition": "Treat Plus's premium-conviction result as conditional evidence, not a whole-audience victory. Among respondents eligible for the routed question, 78.8% rate Plus's premium proposition convincing, versus 50.1% for Flex and 37.7% for Simple. However, only 69.0% of Plus respondents reached this question, compared with 99.1% for Flex and 99.7% for Simple.",
      "original_importance": "primary",
      "review": {
        "decision": "accept",
        "text": "Treat Plus's premium-conviction result as conditional evidence, not a whole-audience victory. Among respondents eligible for the routed question, 78.8% rate Plus's premium proposition convincing, versus 50.1% for Flex and 37.7% for Simple. However, only 69.0% of Plus respondents reached this question, compared with 99.1% for Flex and 99.7% for Simple.",
        "reason": "",
        "importance": "primary"
      },
      "evidence": [
        {
          "analysis_id": "concept_metrics.premium_value_5",
          "values": {
            "Flex": {
              "n_unweighted": 694,
              "n_weighted": 697.2156280688722,
              "n_eff": 644.6174834828502,
              "top2_pct": 50.09003437261731,
              "bottom2_pct": 17.391646127518644,
              "mean": 3.469458330372417,
              "distribution_pct": {
                "1": 2.7274985420495335,
                "2": 14.66414758546911,
                "3": 32.518319499864035,
                "4": 33.115091038424744,
                "5": 16.97494333419257
              },
              "se_prop": 0.01969328926329419
            },
            "Plus": {
              "n_unweighted": 483,
              "n_weighted": 472.46985683508285,
              "n_eff": 444.4326907335224,
              "top2_pct": 78.81961715879982,
              "bottom2_pct": 6.911424960495837,
              "mean": 4.151098439938968,
              "distribution_pct": {
                "1": 0.302846770919822,
                "2": 6.608578189576015,
                "3": 14.268957880704338,
                "4": 35.31511859228717,
                "5": 43.50449856651265
              },
              "se_prop": 0.01938121794241974
            },
            "Simple": {
              "n_unweighted": 698,
              "n_weighted": 698.4382189868305,
              "n_eff": 643.3916520772857,
              "top2_pct": 37.73094988772928,
              "bottom2_pct": 28.589206244849052,
              "mean": 3.1196705289702957,
              "distribution_pct": {
                "1": 6.925103135107767,
                "2": 21.664103109741284,
                "3": 33.67984386742166,
                "4": 27.980537498472142,
                "5": 9.750412389257143
              },
              "se_prop": 0.01910941002109817
            }
          }
        },
        {
          "analysis_id": "routing.premium_value_5",
          "values": {
            "Flex": {
              "eligible_n": 694,
              "cell_n": 700,
              "routing_rate_pct": 99.14285714285714,
              "universe": "understanding_5 &gt;= 3"
            },
            "Plus": {
              "eligible_n": 483,
              "cell_n": 700,
              "routing_rate_pct": 69,
              "universe": "understanding_5 &gt;= 3"
            },
            "Simple": {
              "eligible_n": 698,
              "cell_n": 700,
              "routing_rate_pct": 99.71428571428571,
              "universe": "understanding_5 &gt;= 3"
            }
          }
        },
        {
          "analysis_id": "pairwise.premium_value_5[0]",
          "values": {
            "a": "Flex",
            "b": "Plus",
            "top2_diff_pp": -28.729582786182505,
            "p_raw": 2.5401054265264806e-25,
            "commercially_material": true,
            "p_holm": 5.080210853052961e-25,
            "significant_holm": true
          }
        },
        {
          "analysis_id": "pairwise.premium_value_5[2]",
          "values": {
            "a": "Plus",
            "b": "Simple",
            "top2_diff_pp": 41.088667271070534,
            "p_raw": 1.7121445652601542e-51,
            "commercially_material": true,
            "p_holm": 5.136433695780463e-51,
            "significant_holm": true
          }
        }
      ]
    },
    {
      "model_finding_id": "F6",
      "proposition": "Do not interpret Plus's conditional premium conviction as superior value for money. On the full-cell value question, Plus scores 56.7% and Flex 56.3% top-2-box: a +0.3 pp numerical difference for Plus, with Holm p=0.900, below the 5 pp materiality threshold.",
      "evidence_refs": [
        "concept_metrics.value_5",
        "pairwise.value_5[0]"
      ],
      "importance": "secondary",
      "claim_strength": "No statistically supported or commercially material value advantage is established.",
      "qualification": "Unweighted n=700 per concept. This question assumes a modest premium over a standard subscription; it does not estimate willingness to pay at a specified price. Nonsignificance does not prove equivalence.",
      "topic_cluster": "premium_evidence",
      "original_proposition": "Do not interpret Plus's conditional premium conviction as superior value for money. On the full-cell value question, Plus scores 56.7% and Flex 56.3% top-2-box: a +0.3 pp numerical difference for Plus, with Holm p=0.900, below the 5 pp materiality threshold.",
      "original_importance": "secondary",
      "review": {
        "decision": "accept",
        "text": "Do not interpret Plus's conditional premium conviction as superior value for money. On the full-cell value question, Plus scores 56.7% and Flex 56.3% top-2-box: a +0.3 pp numerical difference for Plus, with Holm p=0.900, below the 5 pp materiality threshold.",
        "reason": "",
        "importance": "secondary"
      },
      "evidence": [
        {
          "analysis_id": "concept_metrics.value_5",
          "values": {
            "Flex": {
              "n_unweighted": 700,
              "n_weighted": 703.5199197275177,
              "n_eff": 650.1311942553228,
              "top2_pct": 56.33290570694176,
              "bottom2_pct": 17.361399743849727,
              "mean": 3.5570188122221245,
              "distribution_pct": {
                "1": 3.13752186170007,
                "2": 14.223877882149656,
                "3": 26.30569454920851,
                "4": 36.46500858612136,
                "5": 19.86789712082041
              },
              "se_prop": 0.019451707091527368
            },
            "Plus": {
              "n_unweighted": 700,
              "n_weighted": 696.3246181502483,
              "n_eff": 645.6286517358104,
              "top2_pct": 56.67952448152786,
              "bottom2_pct": 18.5249283173985,
              "mean": 3.6364304091265147,
              "distribution_pct": {
                "1": 3.6399143974817805,
                "2": 14.88501391991672,
                "3": 24.79554720107364,
                "4": 27.551165335523955,
                "5": 29.128359146003895
              },
              "se_prop": 0.019501513093708546
            },
            "Simple": {
              "n_unweighted": 700,
              "n_weighted": 700.1554621222338,
              "n_eff": 645.2324662559616,
              "top2_pct": 44.4956178434841,
              "bottom2_pct": 25.275170997171422,
              "mean": 3.26609737722307,
              "distribution_pct": {
                "1": 6.432292931292224,
                "2": 18.842878065879198,
                "3": 30.229211159344477,
                "4": 30.674034036197597,
                "5": 13.821583807286501
              },
              "se_prop": 0.019564292682344227
            }
          }
        },
        {
          "analysis_id": "pairwise.value_5[0]",
          "values": {
            "a": "Flex",
            "b": "Plus",
            "top2_diff_pp": -0.3466187745860978,
            "p_raw": 0.89985751143874,
            "commercially_material": false,
            "p_holm": 0.89985751143874,
            "significant_holm": false
          }
        }
      ]
    }
  ],
  "cited_tables": [
    {
      "analysis_id": "concept_metrics.premium_value_5",
      "values": {
        "Flex": {
          "n_unweighted": 694,
          "n_weighted": 697.2156280688722,
          "n_eff": 644.6174834828502,
          "top2_pct": 50.09003437261731,
          "bottom2_pct": 17.391646127518644,
          "mean": 3.469458330372417,
          "distribution_pct": {
            "1": 2.7274985420495335,
            "2": 14.66414758546911,
            "3": 32.518319499864035,
            "4": 33.115091038424744,
            "5": 16.97494333419257
          },
          "se_prop": 0.01969328926329419
        },
        "Plus": {
          "n_unweighted": 483,
          "n_weighted": 472.46985683508285,
          "n_eff": 444.4326907335224,
          "top2_pct": 78.81961715879982,
          "bottom2_pct": 6.911424960495837,
          "mean": 4.151098439938968,
          "distribution_pct": {
            "1": 0.302846770919822,
            "2": 6.608578189576015,
            "3": 14.268957880704338,
            "4": 35.31511859228717,
            "5": 43.50449856651265
          },
          "se_prop": 0.01938121794241974
        },
        "Simple": {
          "n_unweighted": 698,
          "n_weighted": 698.4382189868305,
          "n_eff": 643.3916520772857,
          "top2_pct": 37.73094988772928,
          "bottom2_pct": 28.589206244849052,
          "mean": 3.1196705289702957,
          "distribution_pct": {
            "1": 6.925103135107767,
            "2": 21.664103109741284,
            "3": 33.67984386742166,
            "4": 27.980537498472142,
            "5": 9.750412389257143
          },
          "se_prop": 0.01910941002109817
        }
      }
    },
    {
      "analysis_id": "routing.premium_value_5",
      "values": {
        "Flex": {
          "eligible_n": 694,
          "cell_n": 700,
          "routing_rate_pct": 99.14285714285714,
          "universe": "understanding_5 &gt;= 3"
        },
        "Plus": {
          "eligible_n": 483,
          "cell_n": 700,
          "routing_rate_pct": 69,
          "universe": "understanding_5 &gt;= 3"
        },
        "Simple": {
          "eligible_n": 698,
          "cell_n": 700,
          "routing_rate_pct": 99.71428571428571,
          "universe": "understanding_5 &gt;= 3"
        }
      }
    },
    {
      "analysis_id": "pairwise.premium_value_5[0]",
      "values": {
        "a": "Flex",
        "b": "Plus",
        "top2_diff_pp": -28.729582786182505,
        "p_raw": 2.5401054265264806e-25,
        "commercially_material": true,
        "p_holm": 5.080210853052961e-25,
        "significant_holm": true
      }
    },
    {
      "analysis_id": "pairwise.premium_value_5[2]",
      "values": {
        "a": "Plus",
        "b": "Simple",
        "top2_diff_pp": 41.088667271070534,
        "p_raw": 1.7121445652601542e-51,
        "commercially_material": true,
        "p_holm": 5.136433695780463e-51,
        "significant_holm": true
      }
    },
    {
      "analysis_id": "concept_metrics.value_5",
      "values": {
        "Flex": {
          "n_unweighted": 700,
          "n_weighted": 703.5199197275177,
          "n_eff": 650.1311942553228,
          "top2_pct": 56.33290570694176,
          "bottom2_pct": 17.361399743849727,
          "mean": 3.5570188122221245,
          "distribution_pct": {
            "1": 3.13752186170007,
            "2": 14.223877882149656,
            "3": 26.30569454920851,
            "4": 36.46500858612136,
            "5": 19.86789712082041
          },
          "se_prop": 0.019451707091527368
        },
        "Plus": {
          "n_unweighted": 700,
          "n_weighted": 696.3246181502483,
          "n_eff": 645.6286517358104,
          "top2_pct": 56.67952448152786,
          "bottom2_pct": 18.5249283173985,
          "mean": 3.6364304091265147,
          "distribution_pct": {
            "1": 3.6399143974817805,
            "2": 14.88501391991672,
            "3": 24.79554720107364,
            "4": 27.551165335523955,
            "5": 29.128359146003895
          },
          "se_prop": 0.019501513093708546
        },
        "Simple": {
          "n_unweighted": 700,
          "n_weighted": 700.1554621222338,
          "n_eff": 645.2324662559616,
          "top2_pct": 44.4956178434841,
          "bottom2_pct": 25.275170997171422,
          "mean": 3.26609737722307,
          "distribution_pct": {
            "1": 6.432292931292224,
            "2": 18.842878065879198,
            "3": 30.229211159344477,
            "4": 30.674034036197597,
            "5": 13.821583807286501
          },
          "se_prop": 0.019564292682344227
        }
      }
    },
    {
      "analysis_id": "pairwise.value_5[0]",
      "values": {
        "a": "Flex",
        "b": "Plus",
        "top2_diff_pp": -0.3466187745860978,
        "p_raw": 0.89985751143874,
        "commercially_material": false,
        "p_holm": 0.89985751143874,
        "significant_holm": false
      }
    }
  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SBT-002 · Reviewed research prototype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 Flex broadly and deprioritise the current Simple concept, without claiming Flex wins purchase intent over Plus.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appeal · All assigned respondents · wt_final · valid n: Flex 700, Plus 700, Simple 700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112471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Plus for food explorers because the audience changes the relative response.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appeal · Food explorers · wt_final · valid n: Flex 236, Plus 234, Simple 227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112471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 Plus's differentiation while improving comprehension and credibility.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Uniqueness · All assigned respondents · wt_final · valid n: Flex 700, Plus 700, Simple 700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112471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premium conviction conditional and distinguish it from full-audience value perceptions.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conviction · Understanding score ≥3 only · wt_final · valid n: Flex 694, Plus 483, Simple 698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188720"/>
          <a:ext cx="1124712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2026-09-22T03:54:38Z</dcterms:created>
  <dcterms:modified xsi:type="dcterms:W3CDTF">2026-09-22T03:54:38Z</dcterms:modified>
</cp:coreProperties>
</file>