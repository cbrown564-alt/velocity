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Among 18-24 year olds, 81% reported voting Remain vs just 18% Leave — a 63-point gap. This narrows steadily with age: by 65+, the balance reverses to 55% Leave vs 43% Remain. The age gradient is the single strongest demographic predictor of EU referendum vote in this dataset. Note: this is a split-sample question (versions A/B only), so ~44% of respondents are coded as missing. Chi-square is highly significant (p&lt;0.001).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59% of Conservative identifiers voted Leave, while 68% of Labour and 83% of Liberal Democrat identifiers voted Remain. The alignment between party identity and referendum vote is striking — it suggests the Brexit question has been absorbed into existing partisan identity, or is reshaping it. Green Party supporters were also heavily Remain (72%). Among those with no party identification, Leave leads at 67%.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education gradient is nearly as strong as age. Among degree holders, 77% voted Remain. Among those with no qualifications, 69% voted Leave. The pattern is consistent across all intermediate levels — A-level holders split closer to Remain (59%), while those with O-levels or CSEs lean heavily Leave (61-62%). This echoes the widely reported diploma divide in the 2016 vote.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67% of those in managerial and professional occupations voted Remain. By contrast, 60% of semi-routine and routine workers, and 65% of lower supervisory/technical workers, voted Leave. Small employers split 59% Leave. The class gradient is real but less dramatic than age or education, suggesting that education may mediate much of the class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69% of Leave voters score as authoritarian on the BSA libertarian-authoritarian scale, compared to just 29% of Remain voters. Conversely, 22% of Remain voters are libertarian vs only 2% of Leave voters. This confirms that the Leave-Remain divide is not just demographic but deeply values-based, aligning with attitudes on tradition, obedience, censorship, and sentencing.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Overall, 57% are satisfied with the NHS. Among 65+, 26% are very satisfied — roughly three times the rate of 18-24s. Younger respondents are more likely to sit in the neither category. Dissatisfaction is fairly even across 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many social attitudes, NHS satisfaction shows little variation across income quartiles. The overall satisfied/dissatisfied balance is remarkably similar, reflecting the universal nature of the NHS.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61% of the public overall wants higher taxes and more spending on health, education, and social benefits. Even among Conservatives it is a majority at 53%, showing cross-party support for public spending.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is the clear top spending priority across the electorate, while education is a stronger concern for younger adults and fades with age. This question is split-sample, so the usable base is much smaller than the full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in government is low overall. The sharpest contrast is between government-party supporters and respondents without party identification, among whom almost-never trust is extremely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Contrary to a simple anti-establishment story, Leave and Remain voters show broadly similar trust profiles in 2017. Distrust is a general condition rather than a single-camp phenomenon.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 strongly predicts Brexit attitudes and social values, but the effect on trust is much weaker. Distrust appears broadly distributed across educational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political attitudes are polarized on Brexit and values, NHS satisfaction is comparatively stable across the main party blocs, making it a useful contrast case for the deck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Britain After the Referendum: Attitudes, Trust, and Public Services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 Brexit Divide: Age, Class, and Values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Young Voters Overwhelmingly Backed Remain — Over 80% of 18-24s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18-24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35-44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55-59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60-64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DK/Refused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80.7%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61.9%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37.0%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52.8%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Party Lines Mirror the Leave-Remain Split Almost Exactly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82.5%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72.0%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59.2%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44.3%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Education Is a Sharp Dividing Line: 77% of Graduates Chose Remain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Higher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CSE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Foreign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qualification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DK/Refusal/NA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76.5%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58.8%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29.8%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61.4%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61.5%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69.4%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Managerial Professionals Backed Remain; Routine Workers Backed Leave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Managerial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professional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Intermediate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occupations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Employers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small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org;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own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account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workers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Lower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supervisory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technical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occupations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Semi-routine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routine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occupations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classifiable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66.6%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57.8%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59.1%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64.6%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59.5%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Leave Voters Are Strongly Authoritarian; Remain Voters Split Liberal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authoritarian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48.2%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57.1%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libertarian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didn't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return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SC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questionnaire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 NHS and Public Spending: Consensus Across Divides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Older Adults Are More Satisfied With the NHS Than Younger 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18-24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35-44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55-59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60-64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DK/Refused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NHS Satisfaction Does Not Significantly Vary by Income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Less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£1,200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£1,200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2,200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£2,201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3,700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£3,701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p.m.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information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Even 53% of Conservatives Want Higher Taxes for More Spending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Reduce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taxes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spend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less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health,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education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benefits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Keep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taxes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spending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these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services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Increase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taxes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spend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health,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education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benefits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52.9%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67.2%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75.9%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68.8%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44.5%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80.0%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(None)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Health Is the Top Spending Priority Across All Ages; Education Fades With 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18-24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25-34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35-44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45-54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55-59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60-64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65+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DK/Refused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Health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46.4%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54.5%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74.2%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Education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12.2%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Housing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Police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prisons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Defence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Help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industry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Social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security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benefits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Roads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(None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these)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Public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transport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Overseas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aid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Trust in Government: Low and Unevenly Distributed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10789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Section Divider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Half of Non-Partisans 'Almost Never' Trust Government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always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10.9%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49.9%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52.4%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54.2%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31.8%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never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45.5%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50.0%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44.6%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Leave and Remain Voters Show Similar Levels of Government Distrust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Remain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member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Leave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European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Union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Prefer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remember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always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42.4%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46.0%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never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31.5%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62.4%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27.6%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Education Has Little Effect on Government 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  <a:gridCol w="106299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Higher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educ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degree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level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CSE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equiv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Foreign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qualification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DK/Refusal/NA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Just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about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always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17.9%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40.1%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Only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some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time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51.7%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49.7%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49.5%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47.7%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43.1%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29.7%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Almost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never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24.1%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▼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26.8%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34.6%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△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28.6%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32.9%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NHS Satisfaction Crosses Party Lines Too — A Rare Area of Consensus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Weighted by Final BSA weight · N = 3,988 Respondents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14846"/>
                <a:gridCol w="1214846"/>
                <a:gridCol w="1214846"/>
                <a:gridCol w="1214846"/>
                <a:gridCol w="1214846"/>
                <a:gridCol w="1214846"/>
                <a:gridCol w="121484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Conservative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Labour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Liberal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Democrat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None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Party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Other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answer/DK/Ref</a:t>
                      </a:r>
                      <a:endParaRPr lang="en-US" sz="10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skip,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version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off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route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Item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applicable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13.3%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▽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9.4%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15.0%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38.7%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41.6%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53.7%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▲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39.9%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Neither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satisfied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nor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14.4%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16.6%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12.1%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Quite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20.2%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22.3%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23.8%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21.3%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35.1%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19.1%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dissatisfied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5.5%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8.1%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1.7%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7.2%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8.5%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13.3%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6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7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Don`t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know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0.3%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0.4%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1.6%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1.0%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Refusal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0.8%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0.0%</a:t>
                      </a:r>
                      <a:endParaRPr lang="en-US" sz="9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2026-03-13T16:03:13Z</dcterms:created>
  <dcterms:modified xsi:type="dcterms:W3CDTF">2026-03-13T16:03:13Z</dcterms:modified>
</cp:coreProperties>
</file>