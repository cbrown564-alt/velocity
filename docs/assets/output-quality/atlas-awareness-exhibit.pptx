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Aided awareness 72.7% (W4) vs 66.8% (W3), +5.9pts, z=2.96, p=0.003 — significant. The composite brand-health index (aided awareness, consideration T2B, P3M usage) rose 4.3pts to 42 over the same period (p=0.003), reversing three broadly flat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Chilled-Coffee Brand Tracker — Wave 4 Client Readout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5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aided awareness rose 6pts to 73%, its first significant gain in four waves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3093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brandtracker_w4.sav · Wave 4 (2026-Q2) · n=1,200 · weighted (rim weight wt). vs 67% in W3 (2026-Q1); +5.9pts, significant at 95%.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869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F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2026-09-23T21:15:40Z</dcterms:created>
  <dcterms:modified xsi:type="dcterms:W3CDTF">2026-09-23T21:15:40Z</dcterms:modified>
</cp:coreProperties>
</file>