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0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Marital status distribution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Gender by marital status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25980"/>
                <a:gridCol w="2125980"/>
                <a:gridCol w="2125980"/>
                <a:gridCol w="21259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married/defacto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divorced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widowed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female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50.0%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53.7%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71.4%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△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87.5%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▲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50.0%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46.3%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28.6%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12.5%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Education by gender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51960"/>
                <a:gridCol w="4251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female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male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postgraduate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degree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42.7%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▽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56.2%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△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undergraduate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degree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29.3%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22.3%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secondary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school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12.7%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11.6%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trade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training/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secondary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training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12.7%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9.1%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primary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school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1.3%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0.8%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Marital status distribution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 = 271 Respondents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E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married/defacto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69.4%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19.9%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divorced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7.7%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widowed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2026-07-15T10:51:20Z</dcterms:created>
  <dcterms:modified xsi:type="dcterms:W3CDTF">2026-07-15T10:51:20Z</dcterms:modified>
</cp:coreProperties>
</file>