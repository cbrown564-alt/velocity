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430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Highest Education Level Achieved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0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Highest Education Level Achieved</a:t>
            </a:r>
            <a:endParaRPr lang="en-US" sz="1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503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postgraduate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degree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48.7%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undergraduate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degree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26.2%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secondary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school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12.2%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trade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training/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post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secondary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training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11.1%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primary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school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1.1%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2026-07-04T10:48:09Z</dcterms:created>
  <dcterms:modified xsi:type="dcterms:W3CDTF">2026-07-04T10:48:09Z</dcterms:modified>
</cp:coreProperties>
</file>