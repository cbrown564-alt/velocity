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Among 18-24 year olds, 81% reported voting Remain vs just 18% Leave — a 63-point gap. This narrows steadily with age: by 65+, the balance reverses to 55% Leave vs 43% Remain. The age gradient is the single strongest demographic predictor of EU referendum vote in this dataset. Note: this is a split-sample question (versions A/B only), so ~44% of respondents are coded as missing. Chi-square is highly significant (p&lt;0.001).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59% of Conservative identifiers voted Leave, while 68% of Labour and 83% of Liberal Democrat identifiers voted Remain. The alignment between party identity and referendum vote is striking — it suggests the Brexit question has been absorbed into existing partisan identity, or is reshaping it. Green Party supporters were also heavily Remain (72%). Among those with no party identification, Leave leads at 67%.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education gradient is nearly as strong as age. Among degree holders, 77% voted Remain. Among those with no qualifications, 69% voted Leave. The pattern is consistent across all intermediate levels — A-level holders split closer to Remain (59%), while those with O-levels or CSEs lean heavily Leave (61-62%). This echoes the widely reported 'diploma divide' in the 2016 vote.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67% of those in managerial and professional occupations voted Remain. By contrast, 60% of semi-routine and routine workers, and 65% of lower supervisory/technical workers, voted Leave. Small employers split 59% Leave. The class gradient is real but less dramatic than age or education, suggesting that education may mediate much of the class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69% of Leave voters score as 'authoritarian' on the BSA libertarian-authoritarian scale, compared to just 29% of Remain voters. Conversely, 22% of Remain voters are 'libertarian' vs only 2% of Leave voters. This confirms that the Leave-Remain divide is not just demographic but deeply values-based, aligning with attitudes on tradition, obedience, censorship, and sentencing. The libertarian-authoritarian dimension may be a better predictor of referendum vote than left-right economic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Overall, 57% are satisfied with the NHS (17% very + 39% quite). Among 65+, 26% are very satisfied — three times the rate of 18-24s (9%). Younger respondents are more likely to sit in the 'neither' category (23% for 18-24 vs 10% for 65+). This could reflect greater NHS contact and appreciation in older age groups, or lower expectations. Dissatisfaction is fairly even across ages at around 22-30%.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many social attitudes, NHS satisfaction shows no significant variation across income quartiles (Chi-square p=0.062). The lowest quartile is slightly more 'very satisfied' (21%) than the highest (13%), but the overall satisfied/dissatisfied balance is remarkably similar. This reflects the universal nature of the NHS — it serves all income groups and is evaluated similarly across them. A notable finding in a dataset where most attitudes show clear socioeconomic gradients.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61% of the public overall wants higher taxes and more spending on health, education, and social benefits. This figure is 80% among Green supporters and 76% among LibDems, but even among Conservatives it is a majority at 53%. Only 4% overall want tax cuts with spending reductions. This remarkable cross-party consensus on public spending priorities suggests that austerity policies face significant headwinds in public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54% name health as their top spending priority, with education a distant second at 24%. However, among 18-24s, education comes close to health (39% vs 46%). By 60-64, health dominates at 74% with education at just 12%. Defence barely registers among the young but reaches 7% among 65+. Note: this was a split-sample question (version A only), so the base is ~985 respondents.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2% of the public trust government 'just about always', and just 19% 'most of the time'. The partisan gap is significant: 28% of Conservatives say 'most of the time' (likely reflecting government incumbency — Conservatives were in power in 2017), vs 17% of Labour. Most striking is the 50% 'almost never' rate among those with no party identification and 45% among supporters of other parties, suggesting political disengagement and distrust go hand in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Contrary to the narrative that Brexit was primarily a protest vote against the establishment, Leave and Remain voters show surprisingly similar trust profiles. 20% of both groups trust government 'most of the time'. Leave voters are actually slightly less likely to say 'almost never' (32% vs 24% for Remain). The direction of difference may reflect satisfaction with the referendum outcome among Leave voters in 2017, or greater Conservative identification (which correlates with higher trust during Conservative rule).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education powerfully predicts Brexit vote and social liberalism, it is a weaker predictor of government trust. Degree holders (24% 'almost never') are actually slightly more trusting than those with no qualifications (33%), but the difference is modest. The 'most of the time' category is remarkably flat across education levels at 15-21%. This suggests that distrust of government is a genuinely cross-cutting attitude, not reducible to the usual demographic suspects.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political attitudes are deeply polarised on Brexit and values, NHS satisfaction is one area where partisan differences are modest. Conservative and Labour supporters report very similar satisfaction levels (61% vs 55% quite/very satisfied). Liberal Democrats are most satisfied (66%). The main outlier is Green supporters, who show higher dissatisfaction (43% quite/very dissatisfied) — possibly reflecting stronger expectations of public services. This cross-party satisfaction may explain why no party campaigns against the NHS.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Britain After the Referendum: Attitudes, Trust, and Public Services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Brexit Divide: Age, Class, and 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Young Voters Overwhelmingly Backed Remain — Over 80% of 18-24s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80.7%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Party Lines Mirror the Leave-Remain Split Almost Exactly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82.5%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72.0%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Education Is a Sharp Dividing Line: 77% of Graduates Chose Remain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Higher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Foreign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qualification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DK/Refusal/NA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76.5%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58.8%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69.4%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Managerial Professionals Backed Remain; Routine Workers Backed Leave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Managerial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professional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Intermediate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Employers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small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org;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own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account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workers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Lower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supervisory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technical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Semi-routine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routine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classifiable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66.6%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57.8%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Leave Voters Are Strongly Authoritarian; Remain Voters Split Liberal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authoritarian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57.1%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libertarian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didn't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return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SC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questionnaire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NHS and Public Spending: Consensus Across Divides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Older Adults Are More Satisfied With the NHS Than Younger 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NHS Satisfaction Does Not Significantly Vary by Income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Less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£1,200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£1,200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£2,201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3,700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£3,701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information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Even 53% of Conservatives Want Higher Taxes for More Spending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Reduce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less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Keep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spending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services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Increase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75.9%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(None)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Health Is the Top Spending Priority Across All Ages; Education Fades With 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46.4%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54.5%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74.2%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Housing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Police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prisons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Defence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Help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industry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security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Roads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(None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Public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transport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Overseas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aid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Trust in Government: Low and Unevenly Distributed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Half of Non-Partisans 'Almost Never' Trust Government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Leave and Remain Voters Show Similar Levels of Government Distrust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46.0%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Education Has Little Effect on Government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Higher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Foreign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qualification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DK/Refusal/NA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NHS Satisfaction Crosses Party Lines Too — A Rare Area of Consensus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2026-03-12T22:08:07Z</dcterms:created>
  <dcterms:modified xsi:type="dcterms:W3CDTF">2026-03-12T22:08:07Z</dcterms:modified>
</cp:coreProperties>
</file>