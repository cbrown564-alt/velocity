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Health Report — Key Findings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Sleep Quality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Quality of Sleep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female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male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2.5%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poor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11.9%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fair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28.7%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27.1%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38.0%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△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28.0%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very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good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17.3%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26.3%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excellent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3.3%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Epworth Sleepiness Scale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epworth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sleepiness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scale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21.2%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69.0%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3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7.8%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2.0%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07A5F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Mental Health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3246120"/>
            <a:ext cx="107899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Section Divider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HADS Anxiety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tkinson Hyperlegible" pitchFamily="34" charset="0"/>
                <a:ea typeface="Atkinson Hyperlegible" pitchFamily="34" charset="-122"/>
                <a:cs typeface="Atkinson Hyperlegible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HADS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Anxiety</a:t>
                      </a:r>
                      <a:endParaRPr lang="en-US" sz="10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A5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0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54.9%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1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tkinson Hyperlegible" pitchFamily="34" charset="0"/>
                          <a:ea typeface="Atkinson Hyperlegible" pitchFamily="34" charset="-122"/>
                          <a:cs typeface="Atkinson Hyperlegible" pitchFamily="34" charset="-120"/>
                        </a:rPr>
                        <a:t>45.1%</a:t>
                      </a:r>
                      <a:endParaRPr lang="en-US" sz="900" dirty="0">
                        <a:latin typeface="Atkinson Hyperlegible" charset="0"/>
                        <a:ea typeface="Atkinson Hyperlegible" charset="0"/>
                        <a:cs typeface="Atkinson Hyperlegibl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2026-05-19T18:26:26Z</dcterms:created>
  <dcterms:modified xsi:type="dcterms:W3CDTF">2026-05-19T18:26:26Z</dcterms:modified>
</cp:coreProperties>
</file>