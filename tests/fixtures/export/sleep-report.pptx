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Sleep Health Report — Key Findings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Sleep Quality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246120"/>
            <a:ext cx="107899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Section Divider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Quality of Sleep by Gender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51960"/>
                <a:gridCol w="4251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female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male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very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poor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5.3%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2.5%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poor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7.3%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11.9%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fair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28.7%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27.1%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good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38.0%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△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28.0%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very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good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17.3%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26.3%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excellent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3.3%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4.2%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Epworth Sleepiness Scale by Marital Status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epworth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sleepiness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scale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21.2%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69.0%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3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7.8%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4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2.0%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Mental Health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246120"/>
            <a:ext cx="107899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Section Divider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HADS Anxiety by Gender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HADS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Anxiety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0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54.9%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45.1%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2026-05-19T16:52:11Z</dcterms:created>
  <dcterms:modified xsi:type="dcterms:W3CDTF">2026-05-19T16:52:11Z</dcterms:modified>
</cp:coreProperties>
</file>