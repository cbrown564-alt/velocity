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Health Report — Key Findings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5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Quality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Sleep by Gender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271 Respondents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869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971800"/>
                <a:gridCol w="2971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female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38.0% 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excellent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Epworth Sleepiness Scale by Marital Status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271 Respondents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869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943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epworth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sleepiness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5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HADS Anxiety by Gender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271 Respondents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869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943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HADS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Anxiety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2026-09-23T21:15:39Z</dcterms:created>
  <dcterms:modified xsi:type="dcterms:W3CDTF">2026-09-23T21:15:39Z</dcterms:modified>
</cp:coreProperties>
</file>