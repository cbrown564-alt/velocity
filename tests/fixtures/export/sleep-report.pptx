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 Health Report — Key Findings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45F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 Quality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246120"/>
            <a:ext cx="10789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Divider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of Sleep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5F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female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5F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5FA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excellent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Epworth Sleepiness Scale by Marital 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5F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epworth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sleepiness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5FA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45F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Health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246120"/>
            <a:ext cx="10789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Divider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HADS Anxiety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5F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HADS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Anxiety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5FA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2026-09-23T18:20:41Z</dcterms:created>
  <dcterms:modified xsi:type="dcterms:W3CDTF">2026-09-23T18:20:41Z</dcterms:modified>
</cp:coreProperties>
</file>