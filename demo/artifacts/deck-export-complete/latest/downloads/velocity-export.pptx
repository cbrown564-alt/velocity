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4A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New Slide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4A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New Slide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25980"/>
                <a:gridCol w="2125980"/>
                <a:gridCol w="2125980"/>
                <a:gridCol w="21259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8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single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8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married/defacto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8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divorced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8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widowed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8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female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50.0%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53.7%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71.4%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△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87.5%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▲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male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50.0%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46.3%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28.6%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12.5%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2026-06-25T08:46:20Z</dcterms:created>
  <dcterms:modified xsi:type="dcterms:W3CDTF">2026-06-25T08:46:20Z</dcterms:modified>
</cp:coreProperties>
</file>